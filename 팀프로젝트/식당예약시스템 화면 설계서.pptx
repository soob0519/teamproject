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65" r:id="rId10"/>
    <p:sldId id="264" r:id="rId11"/>
    <p:sldId id="263" r:id="rId12"/>
    <p:sldId id="266" r:id="rId13"/>
    <p:sldId id="271" r:id="rId14"/>
    <p:sldId id="278" r:id="rId15"/>
    <p:sldId id="280" r:id="rId16"/>
    <p:sldId id="279" r:id="rId17"/>
    <p:sldId id="282" r:id="rId18"/>
    <p:sldId id="283" r:id="rId19"/>
    <p:sldId id="284" r:id="rId20"/>
    <p:sldId id="285" r:id="rId21"/>
    <p:sldId id="28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75EE1-320C-46DD-87FE-D243387EF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0C2B97-7219-4406-A2F1-43A0A5629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42D0E7-4E36-47A9-9B9C-25E6FF59F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F13A03-0DB9-480D-8D3D-3EE8247F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C6F5C-87AE-4E90-B4A3-77545476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615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799CD-B48C-4CCB-84CC-D67C8016E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4B547-F380-404F-A15B-E19124F88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23B77-E2EA-4DF2-B981-2429CC6E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8D743-084F-466F-9673-257B4C6A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4C3AD2-C9F5-45E3-883D-5333EFBB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84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E3AA8-5FBF-4978-962F-CA2B03C0E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FE4CE8-A3ED-45B1-9965-372DEC0A7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8A9A59-1FB9-421F-A920-E5B2E04B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F36213-7C5C-43C8-937D-B7FF69D3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C140-1FC0-40DC-8E70-0D4B8162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72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B07FE-5A83-491C-A4FB-72E59D0E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F5918-C9D8-465C-9384-DBCB86623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399579-2963-483C-BDF5-8D34749C1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A901D3-8B6A-4387-8660-73D75164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267367-ADC0-41A3-8D15-F307B7E6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91E84-837E-4360-B31A-3BCD9725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995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910B7-8D52-473D-A8B8-ECA37300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7552C4-4DBD-48EA-88FE-6FBE7C068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D8C16B-F368-4AE7-A3BC-AA3D8D3E0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2E57C8-4A5A-42BA-8EC0-F41101B08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482507-843C-405A-84A0-97CB926D9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EC34B2-DB29-4BE1-B7E1-6DF5C006E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C31F43-98A9-49F7-85A0-3A9EBAE6F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5BA221-879D-4AFD-BAA9-4B975E8B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85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E69F9-31A5-4F00-932E-B6F19473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19299F-39DB-4278-90C3-AE098CB0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DA6F77-D2F6-4BA1-A42C-34794787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EB06AF-148D-4E83-B0FB-C281D8EA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06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203C471-3A9D-41E2-8ECF-E30E91E2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41ADD6-8560-48B9-91A2-46A2D440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4FC527-FF35-41FD-BC75-D9C2251B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948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A9F7C-5CCE-46C6-BE49-7EB18190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C1B7A-DEAE-41EC-B5E6-1E8E6629F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44A47E-3207-47B1-952F-B7BD336D3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D4E90D-23CB-46AE-9073-2896E353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BF9CAE-B17B-4EC9-8D44-B81249B8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FCAF16-EAE9-40E2-A712-76F9A896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770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B2C39-CCA6-4FFD-93FB-F1C767C8F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3E90AF-6062-4ED9-A745-8C43C5D02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738E51-70FF-4C26-8EBF-1F30C56E0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C44D4A-300D-4D7D-9547-2EAFC87B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2107BF-87F0-485F-B6EC-3F0B7BE15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E5DAB8-EE6C-45DC-AB8A-9A6121A2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43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CF718-9FD9-4BDD-AAF7-99694FA5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FFDE24-F558-4B2C-94B8-DC5C8E6AD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6B3A05-C953-495C-AA9F-64854D4D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000F0C-B95F-4DE6-96EF-313B15EAA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26F6A3-29B1-4B9E-8631-4BD3DE7E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879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81E0D6-4CA9-4C61-8EAD-780E50A45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B37726-5388-48BC-AD8D-7544773E6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67DAF3-D5EA-436B-9B9B-8BD5C8BA2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50977E-1EFC-4D17-9CCF-9FA57044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0AA717-3F6F-4ED7-8464-D945EBF0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7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688903-CE94-4D42-9F24-9E40A941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8F0F12-4DCC-4E54-BC6F-1FCE4BE83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445E5-0398-441A-9A1A-0D0AF97A2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CAB69-CBE2-4DA4-863A-E951BDDC2F8C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77E6E-6BBE-4AC5-946C-07940FF45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139962-AA48-4226-B6E3-9FDF6270E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C6553-2470-4B2C-8FC3-8A193856B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00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25BE9-1E18-420B-8252-5EAFE597A0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ko-KR" altLang="en-US" sz="4000" dirty="0"/>
              <a:t>식당예약시스템</a:t>
            </a:r>
            <a:br>
              <a:rPr lang="en-US" altLang="ko-KR" sz="4000" dirty="0"/>
            </a:br>
            <a:r>
              <a:rPr lang="ko-KR" altLang="en-US" sz="4000" dirty="0"/>
              <a:t>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103997-1172-4CAD-9611-B0765D0A7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ko-KR" altLang="en-US" dirty="0"/>
              <a:t>박수경 조수빈 </a:t>
            </a:r>
            <a:r>
              <a:rPr lang="ko-KR" altLang="en-US" dirty="0" err="1"/>
              <a:t>홍동진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6157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4CAF4-C5A7-4A22-9665-04897869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역활분담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00B70E-7316-4DAA-AC83-845AE9A83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박수경 </a:t>
            </a:r>
            <a:r>
              <a:rPr lang="en-US" altLang="ko-KR" dirty="0"/>
              <a:t>: </a:t>
            </a:r>
            <a:r>
              <a:rPr lang="ko-KR" altLang="en-US" dirty="0"/>
              <a:t>로그인 화면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조수빈 </a:t>
            </a:r>
            <a:r>
              <a:rPr lang="en-US" altLang="ko-KR" dirty="0"/>
              <a:t>: </a:t>
            </a:r>
            <a:r>
              <a:rPr lang="ko-KR" altLang="en-US" dirty="0"/>
              <a:t>식당 예약화면</a:t>
            </a:r>
            <a:r>
              <a:rPr lang="en-US" altLang="ko-KR" dirty="0"/>
              <a:t>,</a:t>
            </a:r>
            <a:r>
              <a:rPr lang="ko-KR" altLang="en-US" dirty="0"/>
              <a:t> 자주 묻는 질문 게시판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홍동진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마이페이지 </a:t>
            </a:r>
            <a:r>
              <a:rPr lang="en-US" altLang="ko-KR" dirty="0"/>
              <a:t>(</a:t>
            </a:r>
            <a:r>
              <a:rPr lang="ko-KR" altLang="en-US" dirty="0"/>
              <a:t>손님용</a:t>
            </a:r>
            <a:r>
              <a:rPr lang="en-US" altLang="ko-KR" dirty="0"/>
              <a:t>/ </a:t>
            </a:r>
            <a:r>
              <a:rPr lang="ko-KR" altLang="en-US" dirty="0"/>
              <a:t>가게용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2244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F9EA8-56AB-410C-93DA-0B8046BF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개발환경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ACCC6D9-ABC6-454E-9142-DDB3F039E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3607" y="3466064"/>
            <a:ext cx="1397072" cy="1453968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916370-289B-4157-B610-C2DE13653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68" y="3749357"/>
            <a:ext cx="1746340" cy="11684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03C1E26-B72A-49B8-A18F-A99994C7C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705" y="3483002"/>
            <a:ext cx="1911111" cy="10605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9F8694B-23A9-450C-B8D7-EE0747DF9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475" y="1775014"/>
            <a:ext cx="4867954" cy="6954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1FF3B6-5113-4AE0-82C7-19F41A31272C}"/>
              </a:ext>
            </a:extLst>
          </p:cNvPr>
          <p:cNvSpPr txBox="1"/>
          <p:nvPr/>
        </p:nvSpPr>
        <p:spPr>
          <a:xfrm>
            <a:off x="8062174" y="2614405"/>
            <a:ext cx="92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SVN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0940E2-8399-444F-8922-1DF4D9252FDE}"/>
              </a:ext>
            </a:extLst>
          </p:cNvPr>
          <p:cNvSpPr txBox="1"/>
          <p:nvPr/>
        </p:nvSpPr>
        <p:spPr>
          <a:xfrm>
            <a:off x="4083607" y="4961593"/>
            <a:ext cx="1854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아파치</a:t>
            </a:r>
            <a:r>
              <a:rPr lang="en-US" altLang="ko-KR" dirty="0"/>
              <a:t> </a:t>
            </a:r>
            <a:r>
              <a:rPr lang="ko-KR" altLang="en-US" dirty="0" err="1"/>
              <a:t>톰캣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BD11FD-787F-4AF8-8C89-3F0C59714752}"/>
              </a:ext>
            </a:extLst>
          </p:cNvPr>
          <p:cNvSpPr txBox="1"/>
          <p:nvPr/>
        </p:nvSpPr>
        <p:spPr>
          <a:xfrm>
            <a:off x="7447871" y="4729790"/>
            <a:ext cx="122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JAVA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263952-C38D-46CA-AF61-CB7215ABC241}"/>
              </a:ext>
            </a:extLst>
          </p:cNvPr>
          <p:cNvSpPr txBox="1"/>
          <p:nvPr/>
        </p:nvSpPr>
        <p:spPr>
          <a:xfrm>
            <a:off x="1161319" y="4917817"/>
            <a:ext cx="131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ORACLE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1D419F9-6889-478D-9EDF-80C2A949AD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170" y="1665073"/>
            <a:ext cx="1592176" cy="1194132"/>
          </a:xfrm>
          <a:prstGeom prst="rect">
            <a:avLst/>
          </a:prstGeom>
        </p:spPr>
      </p:pic>
      <p:pic>
        <p:nvPicPr>
          <p:cNvPr id="24" name="Picture 6" descr="JQuery 기초 (JQuery 객체, 조작)">
            <a:extLst>
              <a:ext uri="{FF2B5EF4-FFF2-40B4-BE49-F238E27FC236}">
                <a16:creationId xmlns:a16="http://schemas.microsoft.com/office/drawing/2014/main" id="{4A851D49-6417-4CC6-A5EF-AF25CA374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217" y="1711741"/>
            <a:ext cx="1568967" cy="941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DD0E293-91AB-4849-927A-FE7884FD52E3}"/>
              </a:ext>
            </a:extLst>
          </p:cNvPr>
          <p:cNvSpPr txBox="1"/>
          <p:nvPr/>
        </p:nvSpPr>
        <p:spPr>
          <a:xfrm>
            <a:off x="905368" y="2960198"/>
            <a:ext cx="384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CSS,HTML,JAVASCRIPT,JQUERY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0104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75F0080E-DF2E-4264-8AF6-C409D0EE4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38" y="1201213"/>
            <a:ext cx="6699329" cy="50975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23A57DC-4FA9-40DE-A441-EDD55BE9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1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–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메인홈페이지</a:t>
            </a:r>
            <a:r>
              <a:rPr lang="en-US" altLang="ko-KR" sz="2400" dirty="0"/>
              <a:t>1</a:t>
            </a:r>
            <a:endParaRPr lang="ko-KR" altLang="en-US" sz="24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FF81ED2-92D2-47A8-BC31-2B7E99910FB9}"/>
              </a:ext>
            </a:extLst>
          </p:cNvPr>
          <p:cNvSpPr/>
          <p:nvPr/>
        </p:nvSpPr>
        <p:spPr>
          <a:xfrm>
            <a:off x="1923754" y="1159716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A529EB9-F1A6-4601-952D-2D4DD90E5F4C}"/>
              </a:ext>
            </a:extLst>
          </p:cNvPr>
          <p:cNvSpPr/>
          <p:nvPr/>
        </p:nvSpPr>
        <p:spPr>
          <a:xfrm>
            <a:off x="1098069" y="1472980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23C4F8D-FD12-47BB-87CF-E447C3E16CD5}"/>
              </a:ext>
            </a:extLst>
          </p:cNvPr>
          <p:cNvSpPr/>
          <p:nvPr/>
        </p:nvSpPr>
        <p:spPr>
          <a:xfrm>
            <a:off x="1824498" y="1454994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004DC4C-CB4E-4853-BBDB-6C03CC699ACA}"/>
              </a:ext>
            </a:extLst>
          </p:cNvPr>
          <p:cNvSpPr/>
          <p:nvPr/>
        </p:nvSpPr>
        <p:spPr>
          <a:xfrm>
            <a:off x="3578946" y="1472980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70D23-2A45-4955-8869-A94C9AAF22FB}"/>
              </a:ext>
            </a:extLst>
          </p:cNvPr>
          <p:cNvSpPr txBox="1"/>
          <p:nvPr/>
        </p:nvSpPr>
        <p:spPr>
          <a:xfrm>
            <a:off x="7163847" y="956735"/>
            <a:ext cx="43603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가게 이름 검색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메인홈페이지로</a:t>
            </a:r>
            <a:r>
              <a:rPr lang="ko-KR" altLang="en-US" dirty="0"/>
              <a:t> 이동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자주묻는</a:t>
            </a:r>
            <a:r>
              <a:rPr lang="ko-KR" altLang="en-US" dirty="0"/>
              <a:t> 질문 페이지로 이동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로그인 페이지로 이동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회원가입 페이지로 이동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리뷰가 많은 순으로 정렬됨 </a:t>
            </a:r>
            <a:r>
              <a:rPr lang="en-US" altLang="ko-KR" dirty="0"/>
              <a:t>(</a:t>
            </a:r>
            <a:r>
              <a:rPr lang="ko-KR" altLang="en-US" dirty="0"/>
              <a:t>미완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평점이 높은 순으로 정렬됨 </a:t>
            </a:r>
            <a:r>
              <a:rPr lang="en-US" altLang="ko-KR" dirty="0"/>
              <a:t>(</a:t>
            </a:r>
            <a:r>
              <a:rPr lang="ko-KR" altLang="en-US" dirty="0"/>
              <a:t>미완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6EDF32-2672-49C9-A167-59504656539E}"/>
              </a:ext>
            </a:extLst>
          </p:cNvPr>
          <p:cNvSpPr/>
          <p:nvPr/>
        </p:nvSpPr>
        <p:spPr>
          <a:xfrm>
            <a:off x="4656742" y="1471170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E2F35EA-8A1F-43C6-8F77-235F701A41A8}"/>
              </a:ext>
            </a:extLst>
          </p:cNvPr>
          <p:cNvSpPr/>
          <p:nvPr/>
        </p:nvSpPr>
        <p:spPr>
          <a:xfrm>
            <a:off x="5322345" y="3749997"/>
            <a:ext cx="342900" cy="33866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0DFCD6B-23F1-4115-B94C-678E05ADE67B}"/>
              </a:ext>
            </a:extLst>
          </p:cNvPr>
          <p:cNvSpPr/>
          <p:nvPr/>
        </p:nvSpPr>
        <p:spPr>
          <a:xfrm>
            <a:off x="5924550" y="3749997"/>
            <a:ext cx="342900" cy="33866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592FB24-A16F-46D7-B30B-E19783F69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892" y="3429000"/>
            <a:ext cx="4384853" cy="273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2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BBFC721-CF75-4940-9A0D-EC308B656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" y="233649"/>
            <a:ext cx="10935346" cy="581359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- </a:t>
            </a:r>
            <a:r>
              <a:rPr lang="ko-KR" altLang="en-US" sz="2400" dirty="0"/>
              <a:t>로그인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A883ACA0-E8B2-43C0-9A23-8A46EE20A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454" y="905935"/>
            <a:ext cx="8942522" cy="5609039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059C40-FCC7-449C-B9D7-6D581D905563}"/>
              </a:ext>
            </a:extLst>
          </p:cNvPr>
          <p:cNvSpPr txBox="1"/>
          <p:nvPr/>
        </p:nvSpPr>
        <p:spPr>
          <a:xfrm>
            <a:off x="7470183" y="3151427"/>
            <a:ext cx="44724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ko-KR" altLang="en-US" dirty="0"/>
              <a:t>로그인 </a:t>
            </a:r>
            <a:r>
              <a:rPr lang="en-US" altLang="ko-KR" dirty="0"/>
              <a:t>: </a:t>
            </a:r>
            <a:r>
              <a:rPr lang="ko-KR" altLang="en-US" dirty="0"/>
              <a:t>클릭 시 아이디와 비밀번호를 받아 로그인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ko-KR" altLang="en-US" dirty="0"/>
              <a:t>회원가입 </a:t>
            </a:r>
            <a:r>
              <a:rPr lang="en-US" altLang="ko-KR" dirty="0"/>
              <a:t>: </a:t>
            </a:r>
            <a:r>
              <a:rPr lang="ko-KR" altLang="en-US" dirty="0"/>
              <a:t>회원가입 화면으로 이동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ko-KR" altLang="en-US" dirty="0"/>
              <a:t>로그인 </a:t>
            </a:r>
            <a:r>
              <a:rPr lang="en-US" altLang="ko-KR" dirty="0"/>
              <a:t>: </a:t>
            </a:r>
            <a:r>
              <a:rPr lang="ko-KR" altLang="en-US" dirty="0"/>
              <a:t>다른 웹페이지를 통한 로그인</a:t>
            </a:r>
            <a:endParaRPr lang="en-US" altLang="ko-KR" dirty="0"/>
          </a:p>
          <a:p>
            <a:pPr marL="342900" indent="-342900">
              <a:buAutoNum type="arabicPeriod" startAt="2"/>
            </a:pPr>
            <a:endParaRPr lang="en-US" altLang="ko-KR" sz="1800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8B79C66-9B6A-43CB-B80B-FE2402DF41E2}"/>
              </a:ext>
            </a:extLst>
          </p:cNvPr>
          <p:cNvSpPr/>
          <p:nvPr/>
        </p:nvSpPr>
        <p:spPr>
          <a:xfrm>
            <a:off x="3184966" y="3490093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BEDCE29-CBE4-41DE-98B0-6F96079C8A4D}"/>
              </a:ext>
            </a:extLst>
          </p:cNvPr>
          <p:cNvSpPr/>
          <p:nvPr/>
        </p:nvSpPr>
        <p:spPr>
          <a:xfrm>
            <a:off x="2316674" y="3890091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1E117EF-E194-41BE-9ADF-AB832EB57EA7}"/>
              </a:ext>
            </a:extLst>
          </p:cNvPr>
          <p:cNvSpPr/>
          <p:nvPr/>
        </p:nvSpPr>
        <p:spPr>
          <a:xfrm>
            <a:off x="2488124" y="2982094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5534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164D5C9-CDFA-4F09-8790-1724E88CA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854" y="1410397"/>
            <a:ext cx="6918843" cy="464867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B56363-B923-4296-8E17-640EA2C6A47B}"/>
              </a:ext>
            </a:extLst>
          </p:cNvPr>
          <p:cNvSpPr txBox="1"/>
          <p:nvPr/>
        </p:nvSpPr>
        <p:spPr>
          <a:xfrm>
            <a:off x="7142719" y="2965075"/>
            <a:ext cx="4691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손님용 </a:t>
            </a:r>
            <a:r>
              <a:rPr lang="en-US" altLang="ko-KR" dirty="0"/>
              <a:t>: </a:t>
            </a:r>
            <a:r>
              <a:rPr lang="ko-KR" altLang="en-US" dirty="0"/>
              <a:t>손님용 회원가입 페이지로 이동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가게용 </a:t>
            </a:r>
            <a:r>
              <a:rPr lang="en-US" altLang="ko-KR" dirty="0"/>
              <a:t>: </a:t>
            </a:r>
            <a:r>
              <a:rPr lang="ko-KR" altLang="en-US" dirty="0"/>
              <a:t>가게용 회원가입 페이지로 이동</a:t>
            </a:r>
          </a:p>
        </p:txBody>
      </p:sp>
      <p:sp>
        <p:nvSpPr>
          <p:cNvPr id="7" name="제목 3">
            <a:extLst>
              <a:ext uri="{FF2B5EF4-FFF2-40B4-BE49-F238E27FC236}">
                <a16:creationId xmlns:a16="http://schemas.microsoft.com/office/drawing/2014/main" id="{D5B9C7F2-3638-4ADC-AC25-FF7729F3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45" y="203512"/>
            <a:ext cx="10515600" cy="673261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– </a:t>
            </a:r>
            <a:r>
              <a:rPr lang="ko-KR" altLang="en-US" sz="2400" dirty="0"/>
              <a:t>회원가입 유형 선택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A2B66A1-20F7-46C5-90D7-C5E40AE4ECB1}"/>
              </a:ext>
            </a:extLst>
          </p:cNvPr>
          <p:cNvSpPr/>
          <p:nvPr/>
        </p:nvSpPr>
        <p:spPr>
          <a:xfrm>
            <a:off x="1327752" y="389710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A530DC3-73FA-4B85-9A11-F8AF219F91DC}"/>
              </a:ext>
            </a:extLst>
          </p:cNvPr>
          <p:cNvSpPr/>
          <p:nvPr/>
        </p:nvSpPr>
        <p:spPr>
          <a:xfrm>
            <a:off x="4706383" y="389710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079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1E044BE-D22B-49F1-BC77-2367BA691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454" y="804928"/>
            <a:ext cx="7163847" cy="5855475"/>
          </a:xfrm>
        </p:spPr>
      </p:pic>
      <p:sp>
        <p:nvSpPr>
          <p:cNvPr id="6" name="제목 3">
            <a:extLst>
              <a:ext uri="{FF2B5EF4-FFF2-40B4-BE49-F238E27FC236}">
                <a16:creationId xmlns:a16="http://schemas.microsoft.com/office/drawing/2014/main" id="{885FE91C-1FEC-472B-A4AC-2AEF4920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" y="241139"/>
            <a:ext cx="10935345" cy="549275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– </a:t>
            </a:r>
            <a:r>
              <a:rPr lang="ko-KR" altLang="en-US" sz="2400" dirty="0"/>
              <a:t>회원가입</a:t>
            </a:r>
            <a:r>
              <a:rPr lang="en-US" altLang="ko-KR" sz="2400" dirty="0"/>
              <a:t>(</a:t>
            </a:r>
            <a:r>
              <a:rPr lang="ko-KR" altLang="en-US" sz="2400" dirty="0"/>
              <a:t>손님용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FFBC7-3639-4D29-8EAA-D597C84D33F3}"/>
              </a:ext>
            </a:extLst>
          </p:cNvPr>
          <p:cNvSpPr txBox="1"/>
          <p:nvPr/>
        </p:nvSpPr>
        <p:spPr>
          <a:xfrm>
            <a:off x="7582301" y="3151427"/>
            <a:ext cx="43603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/>
              <a:t>1.</a:t>
            </a:r>
            <a:r>
              <a:rPr lang="ko-KR" altLang="en-US" sz="1800" dirty="0"/>
              <a:t>개인정보 입력 </a:t>
            </a:r>
            <a:r>
              <a:rPr lang="en-US" altLang="ko-KR" sz="1800" dirty="0"/>
              <a:t>: </a:t>
            </a:r>
            <a:r>
              <a:rPr lang="ko-KR" altLang="en-US" sz="1800" dirty="0"/>
              <a:t>회원가입에 필요한 </a:t>
            </a:r>
            <a:endParaRPr lang="en-US" altLang="ko-KR" sz="1800" dirty="0"/>
          </a:p>
          <a:p>
            <a:r>
              <a:rPr lang="en-US" altLang="ko-KR" dirty="0"/>
              <a:t>	    </a:t>
            </a:r>
            <a:r>
              <a:rPr lang="ko-KR" altLang="en-US" sz="1800" dirty="0"/>
              <a:t>손님의 개인 정보를 입력</a:t>
            </a:r>
            <a:endParaRPr lang="en-US" altLang="ko-KR" sz="1800" dirty="0"/>
          </a:p>
          <a:p>
            <a:r>
              <a:rPr lang="en-US" altLang="ko-KR" sz="1800" dirty="0"/>
              <a:t>2.</a:t>
            </a:r>
            <a:r>
              <a:rPr lang="ko-KR" altLang="en-US" dirty="0"/>
              <a:t> 취소 </a:t>
            </a:r>
            <a:r>
              <a:rPr lang="en-US" altLang="ko-KR" dirty="0"/>
              <a:t>: </a:t>
            </a:r>
            <a:r>
              <a:rPr lang="ko-KR" altLang="en-US" dirty="0"/>
              <a:t>클릭 시 로그인 화면으로 이동</a:t>
            </a:r>
            <a:endParaRPr lang="en-US" altLang="ko-KR" sz="1800" dirty="0"/>
          </a:p>
          <a:p>
            <a:r>
              <a:rPr lang="en-US" altLang="ko-KR" sz="1800" dirty="0"/>
              <a:t>3.</a:t>
            </a:r>
            <a:r>
              <a:rPr lang="ko-KR" altLang="en-US" sz="1800" dirty="0"/>
              <a:t> </a:t>
            </a:r>
            <a:r>
              <a:rPr lang="ko-KR" altLang="en-US" dirty="0"/>
              <a:t>회원가입 </a:t>
            </a:r>
            <a:r>
              <a:rPr lang="en-US" altLang="ko-KR" dirty="0"/>
              <a:t>: </a:t>
            </a:r>
            <a:r>
              <a:rPr lang="ko-KR" altLang="en-US" dirty="0"/>
              <a:t>클릭 시 입력된 개인정보를 통해 회원가입 완료</a:t>
            </a:r>
            <a:endParaRPr lang="en-US" altLang="ko-KR" sz="1800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6AEE667-1973-4B53-B07B-2A3E1B170483}"/>
              </a:ext>
            </a:extLst>
          </p:cNvPr>
          <p:cNvSpPr/>
          <p:nvPr/>
        </p:nvSpPr>
        <p:spPr>
          <a:xfrm>
            <a:off x="558154" y="1339689"/>
            <a:ext cx="315196" cy="26246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A88B56F-0A58-4F31-A851-8187C5EC8CCB}"/>
              </a:ext>
            </a:extLst>
          </p:cNvPr>
          <p:cNvSpPr/>
          <p:nvPr/>
        </p:nvSpPr>
        <p:spPr>
          <a:xfrm>
            <a:off x="4236321" y="608012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FEDDD8F-A21F-496D-B9F5-91A4B6D0A982}"/>
              </a:ext>
            </a:extLst>
          </p:cNvPr>
          <p:cNvSpPr/>
          <p:nvPr/>
        </p:nvSpPr>
        <p:spPr>
          <a:xfrm>
            <a:off x="3439396" y="6074834"/>
            <a:ext cx="342900" cy="37676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94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2A2E018D-C0C9-4DC5-A0CE-93DB006E2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576" y="856344"/>
            <a:ext cx="7171725" cy="5746004"/>
          </a:xfrm>
        </p:spPr>
      </p:pic>
      <p:sp>
        <p:nvSpPr>
          <p:cNvPr id="6" name="제목 3">
            <a:extLst>
              <a:ext uri="{FF2B5EF4-FFF2-40B4-BE49-F238E27FC236}">
                <a16:creationId xmlns:a16="http://schemas.microsoft.com/office/drawing/2014/main" id="{885FE91C-1FEC-472B-A4AC-2AEF4920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" y="241139"/>
            <a:ext cx="10935345" cy="549275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– </a:t>
            </a:r>
            <a:r>
              <a:rPr lang="ko-KR" altLang="en-US" sz="2400" dirty="0"/>
              <a:t>회원가입</a:t>
            </a:r>
            <a:r>
              <a:rPr lang="en-US" altLang="ko-KR" sz="2400" dirty="0"/>
              <a:t>(</a:t>
            </a:r>
            <a:r>
              <a:rPr lang="ko-KR" altLang="en-US" sz="2400" dirty="0"/>
              <a:t>가게용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FFBC7-3639-4D29-8EAA-D597C84D33F3}"/>
              </a:ext>
            </a:extLst>
          </p:cNvPr>
          <p:cNvSpPr txBox="1"/>
          <p:nvPr/>
        </p:nvSpPr>
        <p:spPr>
          <a:xfrm>
            <a:off x="7582301" y="3151427"/>
            <a:ext cx="43603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개인정보 입력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회원가입에 필요한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 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점주의 가게 정보를 입력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취소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클릭 시 로그인 화면으로 이동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회원가입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클릭 시 입력된 개인정보를 통해 회원가입 완료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6AEE667-1973-4B53-B07B-2A3E1B170483}"/>
              </a:ext>
            </a:extLst>
          </p:cNvPr>
          <p:cNvSpPr/>
          <p:nvPr/>
        </p:nvSpPr>
        <p:spPr>
          <a:xfrm>
            <a:off x="539104" y="1313393"/>
            <a:ext cx="315196" cy="26246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A88B56F-0A58-4F31-A851-8187C5EC8CCB}"/>
              </a:ext>
            </a:extLst>
          </p:cNvPr>
          <p:cNvSpPr/>
          <p:nvPr/>
        </p:nvSpPr>
        <p:spPr>
          <a:xfrm>
            <a:off x="4217271" y="608012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FEDDD8F-A21F-496D-B9F5-91A4B6D0A982}"/>
              </a:ext>
            </a:extLst>
          </p:cNvPr>
          <p:cNvSpPr/>
          <p:nvPr/>
        </p:nvSpPr>
        <p:spPr>
          <a:xfrm>
            <a:off x="3448921" y="6080125"/>
            <a:ext cx="342900" cy="37676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162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87F4534-EA87-476B-8AF4-DE398B6C8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221506"/>
            <a:ext cx="6946813" cy="52768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23A57DC-4FA9-40DE-A441-EDD55BE9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1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–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메인홈페이지</a:t>
            </a:r>
            <a:r>
              <a:rPr lang="en-US" altLang="ko-KR" sz="2400" dirty="0"/>
              <a:t>2 (</a:t>
            </a:r>
            <a:r>
              <a:rPr lang="ko-KR" altLang="en-US" sz="2400" dirty="0"/>
              <a:t>로그인 후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004DC4C-CB4E-4853-BBDB-6C03CC699ACA}"/>
              </a:ext>
            </a:extLst>
          </p:cNvPr>
          <p:cNvSpPr/>
          <p:nvPr/>
        </p:nvSpPr>
        <p:spPr>
          <a:xfrm>
            <a:off x="3447639" y="151383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70D23-2A45-4955-8869-A94C9AAF22FB}"/>
              </a:ext>
            </a:extLst>
          </p:cNvPr>
          <p:cNvSpPr txBox="1"/>
          <p:nvPr/>
        </p:nvSpPr>
        <p:spPr>
          <a:xfrm>
            <a:off x="7299313" y="1949640"/>
            <a:ext cx="4748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</a:t>
            </a:r>
            <a:r>
              <a:rPr lang="ko-KR" altLang="en-US" dirty="0"/>
              <a:t>손님 일시 </a:t>
            </a:r>
            <a:r>
              <a:rPr lang="en-US" altLang="ko-KR" dirty="0"/>
              <a:t>&gt; </a:t>
            </a:r>
            <a:r>
              <a:rPr lang="ko-KR" altLang="en-US" dirty="0"/>
              <a:t>손님용 마이페이지로 이동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1-2.</a:t>
            </a:r>
            <a:r>
              <a:rPr lang="ko-KR" altLang="en-US" dirty="0"/>
              <a:t>가게 일시 </a:t>
            </a:r>
            <a:r>
              <a:rPr lang="en-US" altLang="ko-KR" dirty="0"/>
              <a:t>&gt; </a:t>
            </a:r>
            <a:r>
              <a:rPr lang="ko-KR" altLang="en-US" dirty="0"/>
              <a:t>가게용 마이페이지로 이동</a:t>
            </a:r>
            <a:endParaRPr lang="en-US" altLang="ko-KR" dirty="0"/>
          </a:p>
          <a:p>
            <a:r>
              <a:rPr lang="en-US" altLang="ko-KR" dirty="0"/>
              <a:t>2.  </a:t>
            </a:r>
            <a:r>
              <a:rPr lang="ko-KR" altLang="en-US" dirty="0"/>
              <a:t>로그아웃 처리됨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6EDF32-2672-49C9-A167-59504656539E}"/>
              </a:ext>
            </a:extLst>
          </p:cNvPr>
          <p:cNvSpPr/>
          <p:nvPr/>
        </p:nvSpPr>
        <p:spPr>
          <a:xfrm>
            <a:off x="4936397" y="151383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1A02ED-87A8-4C91-8F15-2C723CEA8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313" y="3429000"/>
            <a:ext cx="4613287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9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A57DC-4FA9-40DE-A441-EDD55BE9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1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– </a:t>
            </a:r>
            <a:r>
              <a:rPr lang="ko-KR" altLang="en-US" sz="2400" dirty="0"/>
              <a:t>식당정보화면</a:t>
            </a:r>
            <a:r>
              <a:rPr lang="en-US" altLang="ko-KR" sz="2400" dirty="0"/>
              <a:t>1</a:t>
            </a:r>
            <a:endParaRPr lang="ko-KR" altLang="en-US" sz="24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C9C6B8C-4555-48E9-96DB-E656A237B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897" y="1246451"/>
            <a:ext cx="5808103" cy="4906963"/>
          </a:xfr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2FF81ED2-92D2-47A8-BC31-2B7E99910FB9}"/>
              </a:ext>
            </a:extLst>
          </p:cNvPr>
          <p:cNvSpPr/>
          <p:nvPr/>
        </p:nvSpPr>
        <p:spPr>
          <a:xfrm>
            <a:off x="1824476" y="104982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A529EB9-F1A6-4601-952D-2D4DD90E5F4C}"/>
              </a:ext>
            </a:extLst>
          </p:cNvPr>
          <p:cNvSpPr/>
          <p:nvPr/>
        </p:nvSpPr>
        <p:spPr>
          <a:xfrm>
            <a:off x="939770" y="146561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23C4F8D-FD12-47BB-87CF-E447C3E16CD5}"/>
              </a:ext>
            </a:extLst>
          </p:cNvPr>
          <p:cNvSpPr/>
          <p:nvPr/>
        </p:nvSpPr>
        <p:spPr>
          <a:xfrm>
            <a:off x="1824476" y="1474082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004DC4C-CB4E-4853-BBDB-6C03CC699ACA}"/>
              </a:ext>
            </a:extLst>
          </p:cNvPr>
          <p:cNvSpPr/>
          <p:nvPr/>
        </p:nvSpPr>
        <p:spPr>
          <a:xfrm>
            <a:off x="3251215" y="1474082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70D23-2A45-4955-8869-A94C9AAF22FB}"/>
              </a:ext>
            </a:extLst>
          </p:cNvPr>
          <p:cNvSpPr txBox="1"/>
          <p:nvPr/>
        </p:nvSpPr>
        <p:spPr>
          <a:xfrm>
            <a:off x="6993467" y="889000"/>
            <a:ext cx="4360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예약페이지로 이동 </a:t>
            </a:r>
            <a:r>
              <a:rPr lang="en-US" altLang="ko-KR" dirty="0"/>
              <a:t>– </a:t>
            </a:r>
            <a:r>
              <a:rPr lang="ko-KR" altLang="en-US" dirty="0"/>
              <a:t>로그인 후 가능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메인홈페이지로</a:t>
            </a:r>
            <a:r>
              <a:rPr lang="ko-KR" altLang="en-US" dirty="0"/>
              <a:t> 이동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로그인 페이지로 이동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회원가입 페이지로 이동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0879CEA-6795-4B9B-8C37-E5BC2F0FB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089" y="2683936"/>
            <a:ext cx="3498711" cy="120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1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A57DC-4FA9-40DE-A441-EDD55BE9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1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– </a:t>
            </a:r>
            <a:r>
              <a:rPr lang="ko-KR" altLang="en-US" sz="2400" dirty="0"/>
              <a:t>식당정보화면</a:t>
            </a:r>
            <a:r>
              <a:rPr lang="en-US" altLang="ko-KR" sz="2400" dirty="0"/>
              <a:t>2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0C89D3C-18E5-4A61-99D9-DCE3724C2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4" y="1176868"/>
            <a:ext cx="6191694" cy="490696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2FF81ED2-92D2-47A8-BC31-2B7E99910FB9}"/>
              </a:ext>
            </a:extLst>
          </p:cNvPr>
          <p:cNvSpPr/>
          <p:nvPr/>
        </p:nvSpPr>
        <p:spPr>
          <a:xfrm>
            <a:off x="4070350" y="3291683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A529EB9-F1A6-4601-952D-2D4DD90E5F4C}"/>
              </a:ext>
            </a:extLst>
          </p:cNvPr>
          <p:cNvSpPr/>
          <p:nvPr/>
        </p:nvSpPr>
        <p:spPr>
          <a:xfrm>
            <a:off x="4070350" y="4064002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23C4F8D-FD12-47BB-87CF-E447C3E16CD5}"/>
              </a:ext>
            </a:extLst>
          </p:cNvPr>
          <p:cNvSpPr/>
          <p:nvPr/>
        </p:nvSpPr>
        <p:spPr>
          <a:xfrm>
            <a:off x="4044950" y="4904583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07E737-A609-4B53-9D9D-EFDAFE337C2F}"/>
              </a:ext>
            </a:extLst>
          </p:cNvPr>
          <p:cNvSpPr txBox="1"/>
          <p:nvPr/>
        </p:nvSpPr>
        <p:spPr>
          <a:xfrm>
            <a:off x="7061200" y="1337735"/>
            <a:ext cx="4868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altLang="ko-KR" dirty="0"/>
              <a:t>(</a:t>
            </a:r>
            <a:r>
              <a:rPr lang="ko-KR" altLang="en-US" dirty="0"/>
              <a:t>해당 가게의</a:t>
            </a:r>
            <a:r>
              <a:rPr lang="en-US" altLang="ko-KR" dirty="0"/>
              <a:t>) </a:t>
            </a:r>
            <a:r>
              <a:rPr lang="ko-KR" altLang="en-US" dirty="0"/>
              <a:t>공지사항 페이지로 이동 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(</a:t>
            </a:r>
            <a:r>
              <a:rPr lang="ko-KR" altLang="en-US" dirty="0"/>
              <a:t>해당 가게의</a:t>
            </a:r>
            <a:r>
              <a:rPr lang="en-US" altLang="ko-KR" dirty="0"/>
              <a:t>) </a:t>
            </a:r>
            <a:r>
              <a:rPr lang="ko-KR" altLang="en-US" dirty="0" err="1"/>
              <a:t>메뉴판</a:t>
            </a:r>
            <a:r>
              <a:rPr lang="ko-KR" altLang="en-US" dirty="0"/>
              <a:t> 페이지로 이동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(</a:t>
            </a:r>
            <a:r>
              <a:rPr lang="ko-KR" altLang="en-US" dirty="0"/>
              <a:t>해당 가게의</a:t>
            </a:r>
            <a:r>
              <a:rPr lang="en-US" altLang="ko-KR" dirty="0"/>
              <a:t>) </a:t>
            </a:r>
            <a:r>
              <a:rPr lang="ko-KR" altLang="en-US" dirty="0"/>
              <a:t>리뷰 페이지로 이동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A21E51B-4A14-4CCA-8E92-16E1DD1F2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12" y="1337735"/>
            <a:ext cx="5351122" cy="21374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51C8B2A-E0C9-48C1-87EF-4DAA490D5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212" y="2674617"/>
            <a:ext cx="5351122" cy="21049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70070E1-6EA0-4DA9-A17F-EA56C24C8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212" y="4472486"/>
            <a:ext cx="5550639" cy="204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5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689A847-FDF4-41AC-AAED-1E6E7DAA3D7B}"/>
              </a:ext>
            </a:extLst>
          </p:cNvPr>
          <p:cNvSpPr txBox="1"/>
          <p:nvPr/>
        </p:nvSpPr>
        <p:spPr>
          <a:xfrm>
            <a:off x="6951133" y="973666"/>
            <a:ext cx="513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예약하기 </a:t>
            </a:r>
            <a:r>
              <a:rPr lang="en-US" altLang="ko-KR" dirty="0"/>
              <a:t>: </a:t>
            </a:r>
            <a:r>
              <a:rPr lang="ko-KR" altLang="en-US" dirty="0"/>
              <a:t>선택한 내용과 함께 예약 완료됨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이전달과 다음달을 누르면 해당 날짜로 이동 </a:t>
            </a:r>
            <a:r>
              <a:rPr lang="en-US" altLang="ko-KR" dirty="0"/>
              <a:t>, </a:t>
            </a:r>
            <a:r>
              <a:rPr lang="ko-KR" altLang="en-US" dirty="0"/>
              <a:t>오늘을 누르면 시스템상 오늘 날짜로 이동됨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예약을 원하는 날짜를 누르면 파랗게 변경됨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인원과 시간을 선택 가능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메뉴를 선택하고 수량을 누르면 수량에 따라 총 금액이 변동됨</a:t>
            </a:r>
            <a:r>
              <a:rPr lang="en-US" altLang="ko-KR" dirty="0"/>
              <a:t>/</a:t>
            </a:r>
            <a:r>
              <a:rPr lang="ko-KR" altLang="en-US" dirty="0"/>
              <a:t> 메뉴를 선택하지 않으면 주문이 불가능</a:t>
            </a:r>
            <a:endParaRPr lang="en-US" altLang="ko-KR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08E1276-2FF8-48D6-9938-55C3CE501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666"/>
            <a:ext cx="6860143" cy="39451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23A57DC-4FA9-40DE-A441-EDD55BE9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1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– </a:t>
            </a:r>
            <a:r>
              <a:rPr lang="ko-KR" altLang="en-US" sz="2400" dirty="0"/>
              <a:t>식당예약화면</a:t>
            </a:r>
            <a:r>
              <a:rPr lang="en-US" altLang="ko-KR" sz="2400" dirty="0"/>
              <a:t>1</a:t>
            </a:r>
            <a:endParaRPr lang="ko-KR" altLang="en-US" sz="24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AE93D42-D93A-4843-AB12-73562D1802C8}"/>
              </a:ext>
            </a:extLst>
          </p:cNvPr>
          <p:cNvSpPr/>
          <p:nvPr/>
        </p:nvSpPr>
        <p:spPr>
          <a:xfrm>
            <a:off x="1847439" y="90593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7A5278E-7697-423E-A7EF-AF017F56A6B3}"/>
              </a:ext>
            </a:extLst>
          </p:cNvPr>
          <p:cNvSpPr/>
          <p:nvPr/>
        </p:nvSpPr>
        <p:spPr>
          <a:xfrm>
            <a:off x="958439" y="1732297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C58AA1E-7EFA-47B2-B83B-262F4E92B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7190" y="4918779"/>
            <a:ext cx="7313057" cy="2413354"/>
          </a:xfrm>
          <a:prstGeom prst="rect">
            <a:avLst/>
          </a:prstGeom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6FE79E44-8C3D-4AE7-AF29-83F695A1D125}"/>
              </a:ext>
            </a:extLst>
          </p:cNvPr>
          <p:cNvSpPr/>
          <p:nvPr/>
        </p:nvSpPr>
        <p:spPr>
          <a:xfrm>
            <a:off x="4006439" y="315620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7BC45C8-96EA-4339-9ACC-5D19D7A2FD15}"/>
              </a:ext>
            </a:extLst>
          </p:cNvPr>
          <p:cNvSpPr/>
          <p:nvPr/>
        </p:nvSpPr>
        <p:spPr>
          <a:xfrm>
            <a:off x="2931173" y="4817177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F8CBF0C-4940-4854-97D1-DDFF5A45B049}"/>
              </a:ext>
            </a:extLst>
          </p:cNvPr>
          <p:cNvSpPr/>
          <p:nvPr/>
        </p:nvSpPr>
        <p:spPr>
          <a:xfrm>
            <a:off x="5267973" y="554566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31567E1-F0B1-4109-B862-30F37DC97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021" y="2598629"/>
            <a:ext cx="5039024" cy="278511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CC95703-A317-4B6D-AF4D-495FAD4B6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975" y="4372360"/>
            <a:ext cx="3719855" cy="141998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501565A5-C31C-4C19-A111-331DFA103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8975" y="5671820"/>
            <a:ext cx="3091187" cy="111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8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EE99FE8-F97A-47F1-A56B-523729273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91" y="1611566"/>
            <a:ext cx="6491299" cy="214763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23A57DC-4FA9-40DE-A441-EDD55BE9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1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프로젝트 상세화면 </a:t>
            </a:r>
            <a:r>
              <a:rPr lang="en-US" altLang="ko-KR" sz="2400" dirty="0"/>
              <a:t>–</a:t>
            </a:r>
            <a:r>
              <a:rPr lang="ko-KR" altLang="en-US" sz="2400" dirty="0"/>
              <a:t> 자주 묻는 질문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004DC4C-CB4E-4853-BBDB-6C03CC699ACA}"/>
              </a:ext>
            </a:extLst>
          </p:cNvPr>
          <p:cNvSpPr/>
          <p:nvPr/>
        </p:nvSpPr>
        <p:spPr>
          <a:xfrm>
            <a:off x="3075105" y="2346717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70D23-2A45-4955-8869-A94C9AAF22FB}"/>
              </a:ext>
            </a:extLst>
          </p:cNvPr>
          <p:cNvSpPr txBox="1"/>
          <p:nvPr/>
        </p:nvSpPr>
        <p:spPr>
          <a:xfrm>
            <a:off x="7103533" y="1949640"/>
            <a:ext cx="494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검색 하면 제목과 내용에서 검색 가능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제목을 누르면 관련된 상세 화면으로 이동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32C1B2F-4391-446A-AB46-D32B12A5CB72}"/>
              </a:ext>
            </a:extLst>
          </p:cNvPr>
          <p:cNvSpPr/>
          <p:nvPr/>
        </p:nvSpPr>
        <p:spPr>
          <a:xfrm>
            <a:off x="1949039" y="2763033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2C90E6-EFE8-41D2-AE15-A8711D5AF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23" y="3930035"/>
            <a:ext cx="6326067" cy="2199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27ABFA-8FEA-4AA1-8041-386F51DAC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403" y="2973639"/>
            <a:ext cx="6404221" cy="351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1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A47EA5B-B624-4BF5-81FA-C8E55089B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00" y="3101742"/>
            <a:ext cx="5634954" cy="237626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129B340-7299-4050-B935-5AA315F26734}"/>
              </a:ext>
            </a:extLst>
          </p:cNvPr>
          <p:cNvSpPr/>
          <p:nvPr/>
        </p:nvSpPr>
        <p:spPr>
          <a:xfrm>
            <a:off x="0" y="5989"/>
            <a:ext cx="12192000" cy="391505"/>
          </a:xfrm>
          <a:prstGeom prst="rect">
            <a:avLst/>
          </a:prstGeom>
          <a:solidFill>
            <a:srgbClr val="0C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03855-F8FB-45E7-8F53-21F6E7F3B723}"/>
              </a:ext>
            </a:extLst>
          </p:cNvPr>
          <p:cNvSpPr txBox="1"/>
          <p:nvPr/>
        </p:nvSpPr>
        <p:spPr>
          <a:xfrm>
            <a:off x="242406" y="516042"/>
            <a:ext cx="6905014" cy="471922"/>
          </a:xfrm>
          <a:prstGeom prst="rect">
            <a:avLst/>
          </a:prstGeom>
          <a:noFill/>
        </p:spPr>
        <p:txBody>
          <a:bodyPr wrap="square" lIns="101599" tIns="50799" rIns="101599" bIns="50799" rtlCol="0">
            <a:spAutoFit/>
          </a:bodyPr>
          <a:lstStyle>
            <a:defPPr>
              <a:defRPr lang="ko-KR"/>
            </a:defPPr>
            <a:lvl1pPr>
              <a:defRPr sz="4000" b="1" spc="-333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상세 화면 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손님용 마이페이지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예약현황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653207C-26D6-469B-A346-465D35DB9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8" y="1228641"/>
            <a:ext cx="5887073" cy="4249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B8C7B8-C2BA-4608-BB21-DCE687DC0E73}"/>
              </a:ext>
            </a:extLst>
          </p:cNvPr>
          <p:cNvSpPr txBox="1"/>
          <p:nvPr/>
        </p:nvSpPr>
        <p:spPr>
          <a:xfrm>
            <a:off x="6868246" y="1228641"/>
            <a:ext cx="5018953" cy="138499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①</a:t>
            </a:r>
            <a:r>
              <a:rPr lang="en-US" altLang="ko-KR" sz="1200" dirty="0"/>
              <a:t>. </a:t>
            </a:r>
            <a:r>
              <a:rPr lang="ko-KR" altLang="en-US" sz="1200" dirty="0"/>
              <a:t>예약현황 </a:t>
            </a:r>
            <a:r>
              <a:rPr lang="en-US" altLang="ko-KR" sz="1200" dirty="0"/>
              <a:t>: </a:t>
            </a:r>
            <a:r>
              <a:rPr lang="ko-KR" altLang="en-US" sz="1200" dirty="0"/>
              <a:t>손님의 가게 예약정보를 달력을 통해서 확인 할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②</a:t>
            </a:r>
            <a:r>
              <a:rPr lang="en-US" altLang="ko-KR" sz="1200" dirty="0"/>
              <a:t>. </a:t>
            </a:r>
            <a:r>
              <a:rPr lang="ko-KR" altLang="en-US" sz="1200" dirty="0"/>
              <a:t>예약건수 </a:t>
            </a:r>
            <a:r>
              <a:rPr lang="en-US" altLang="ko-KR" sz="1200" dirty="0"/>
              <a:t>: </a:t>
            </a:r>
            <a:r>
              <a:rPr lang="ko-KR" altLang="en-US" sz="1200" dirty="0"/>
              <a:t>예약이 있는 날짜에 예약 건수가 출력되고</a:t>
            </a:r>
            <a:r>
              <a:rPr lang="en-US" altLang="ko-KR" sz="1200" dirty="0"/>
              <a:t>, </a:t>
            </a:r>
            <a:r>
              <a:rPr lang="ko-KR" altLang="en-US" sz="1200" dirty="0"/>
              <a:t>클릭하면 </a:t>
            </a:r>
            <a:endParaRPr lang="en-US" altLang="ko-KR" sz="1200" dirty="0"/>
          </a:p>
          <a:p>
            <a:r>
              <a:rPr lang="ko-KR" altLang="en-US" sz="1200" dirty="0"/>
              <a:t>예약 상세정보를 볼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③</a:t>
            </a:r>
            <a:r>
              <a:rPr lang="en-US" altLang="ko-KR" sz="1200" dirty="0"/>
              <a:t>. </a:t>
            </a:r>
            <a:r>
              <a:rPr lang="ko-KR" altLang="en-US" sz="1200" dirty="0"/>
              <a:t>예약 상세정보 </a:t>
            </a:r>
            <a:r>
              <a:rPr lang="en-US" altLang="ko-KR" sz="1200" dirty="0"/>
              <a:t>: CSS(hover)</a:t>
            </a:r>
            <a:r>
              <a:rPr lang="ko-KR" altLang="en-US" sz="1200" dirty="0"/>
              <a:t>를 활용해서 마우스 커서를 갖다 대면 해당 블록의 배경색을 바꾸는 효과를 주었다</a:t>
            </a:r>
            <a:r>
              <a:rPr lang="en-US" altLang="ko-KR" sz="1200" dirty="0"/>
              <a:t>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B576C71-B6C8-400B-B663-60D60E5A603D}"/>
              </a:ext>
            </a:extLst>
          </p:cNvPr>
          <p:cNvSpPr/>
          <p:nvPr/>
        </p:nvSpPr>
        <p:spPr>
          <a:xfrm>
            <a:off x="1374833" y="164977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319CBF4-69F6-4978-AF33-0C6299D16CDA}"/>
              </a:ext>
            </a:extLst>
          </p:cNvPr>
          <p:cNvSpPr/>
          <p:nvPr/>
        </p:nvSpPr>
        <p:spPr>
          <a:xfrm>
            <a:off x="3010475" y="453013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C05786A-85F0-4A98-832E-3523EB3C238A}"/>
              </a:ext>
            </a:extLst>
          </p:cNvPr>
          <p:cNvSpPr/>
          <p:nvPr/>
        </p:nvSpPr>
        <p:spPr>
          <a:xfrm>
            <a:off x="6525346" y="282343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8645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055254-5648-4A72-8872-C3D8AA7F1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06" y="987964"/>
            <a:ext cx="7135330" cy="496821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129B340-7299-4050-B935-5AA315F26734}"/>
              </a:ext>
            </a:extLst>
          </p:cNvPr>
          <p:cNvSpPr/>
          <p:nvPr/>
        </p:nvSpPr>
        <p:spPr>
          <a:xfrm>
            <a:off x="0" y="5989"/>
            <a:ext cx="12192000" cy="391505"/>
          </a:xfrm>
          <a:prstGeom prst="rect">
            <a:avLst/>
          </a:prstGeom>
          <a:solidFill>
            <a:srgbClr val="0C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03855-F8FB-45E7-8F53-21F6E7F3B723}"/>
              </a:ext>
            </a:extLst>
          </p:cNvPr>
          <p:cNvSpPr txBox="1"/>
          <p:nvPr/>
        </p:nvSpPr>
        <p:spPr>
          <a:xfrm>
            <a:off x="242405" y="516042"/>
            <a:ext cx="9228766" cy="471922"/>
          </a:xfrm>
          <a:prstGeom prst="rect">
            <a:avLst/>
          </a:prstGeom>
          <a:noFill/>
        </p:spPr>
        <p:txBody>
          <a:bodyPr wrap="square" lIns="101599" tIns="50799" rIns="101599" bIns="50799" rtlCol="0">
            <a:spAutoFit/>
          </a:bodyPr>
          <a:lstStyle>
            <a:defPPr>
              <a:defRPr lang="ko-KR"/>
            </a:defPPr>
            <a:lvl1pPr>
              <a:defRPr sz="4000" b="1" spc="-333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상세 화면 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손님용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가게용 마이페이지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리뷰 상세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8C7B8-C2BA-4608-BB21-DCE687DC0E73}"/>
              </a:ext>
            </a:extLst>
          </p:cNvPr>
          <p:cNvSpPr txBox="1"/>
          <p:nvPr/>
        </p:nvSpPr>
        <p:spPr>
          <a:xfrm>
            <a:off x="7456129" y="987965"/>
            <a:ext cx="4615629" cy="138499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①</a:t>
            </a:r>
            <a:r>
              <a:rPr lang="en-US" altLang="ko-KR" sz="1200" dirty="0"/>
              <a:t>. </a:t>
            </a:r>
            <a:r>
              <a:rPr lang="ko-KR" altLang="en-US" sz="1200" dirty="0"/>
              <a:t>클릭한 리뷰의 상세 내용을 출력한다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제목</a:t>
            </a:r>
            <a:r>
              <a:rPr lang="en-US" altLang="ko-KR" sz="1200" dirty="0"/>
              <a:t>,</a:t>
            </a:r>
            <a:r>
              <a:rPr lang="ko-KR" altLang="en-US" sz="1200" dirty="0"/>
              <a:t>작성자</a:t>
            </a:r>
            <a:r>
              <a:rPr lang="en-US" altLang="ko-KR" sz="1200" dirty="0"/>
              <a:t>,</a:t>
            </a:r>
            <a:r>
              <a:rPr lang="ko-KR" altLang="en-US" sz="1200" dirty="0"/>
              <a:t>내용</a:t>
            </a:r>
            <a:r>
              <a:rPr lang="en-US" altLang="ko-KR" sz="1200" dirty="0"/>
              <a:t>,</a:t>
            </a:r>
            <a:r>
              <a:rPr lang="ko-KR" altLang="en-US" sz="1200" dirty="0"/>
              <a:t>등록일</a:t>
            </a:r>
            <a:r>
              <a:rPr lang="en-US" altLang="ko-KR" sz="1200" dirty="0"/>
              <a:t>,</a:t>
            </a:r>
            <a:r>
              <a:rPr lang="ko-KR" altLang="en-US" sz="1200" dirty="0"/>
              <a:t>변경일</a:t>
            </a:r>
            <a:r>
              <a:rPr lang="en-US" altLang="ko-KR" sz="1200" dirty="0"/>
              <a:t>,</a:t>
            </a:r>
            <a:r>
              <a:rPr lang="ko-KR" altLang="en-US" sz="1200" dirty="0"/>
              <a:t>조회수</a:t>
            </a:r>
            <a:r>
              <a:rPr lang="en-US" altLang="ko-KR" sz="1200" dirty="0"/>
              <a:t>,</a:t>
            </a:r>
            <a:r>
              <a:rPr lang="ko-KR" altLang="en-US" sz="1200" dirty="0"/>
              <a:t>평점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②</a:t>
            </a:r>
            <a:r>
              <a:rPr lang="en-US" altLang="ko-KR" sz="1200" dirty="0"/>
              <a:t>. </a:t>
            </a:r>
            <a:r>
              <a:rPr lang="ko-KR" altLang="en-US" sz="1200" dirty="0"/>
              <a:t>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이전</a:t>
            </a:r>
            <a:r>
              <a:rPr lang="en-US" altLang="ko-KR" sz="1200" dirty="0"/>
              <a:t>,</a:t>
            </a:r>
            <a:r>
              <a:rPr lang="ko-KR" altLang="en-US" sz="1200" dirty="0"/>
              <a:t>다음 리뷰의 상세내용 화면으로 이동한다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>
                <a:solidFill>
                  <a:srgbClr val="FF0000"/>
                </a:solidFill>
              </a:rPr>
              <a:t>③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해당 리뷰의 수정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④</a:t>
            </a:r>
            <a:r>
              <a:rPr lang="en-US" altLang="ko-KR" sz="1200" dirty="0">
                <a:solidFill>
                  <a:srgbClr val="FF0000"/>
                </a:solidFill>
              </a:rPr>
              <a:t>),</a:t>
            </a:r>
            <a:r>
              <a:rPr lang="ko-KR" altLang="en-US" sz="1200" dirty="0">
                <a:solidFill>
                  <a:srgbClr val="FF0000"/>
                </a:solidFill>
              </a:rPr>
              <a:t>삭제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⑤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 화면으로 이동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또는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리뷰 목록 페이지로 이동할 수 있다</a:t>
            </a:r>
            <a:r>
              <a:rPr lang="en-US" altLang="ko-KR" sz="1200" dirty="0">
                <a:solidFill>
                  <a:srgbClr val="FF0000"/>
                </a:solidFill>
              </a:rPr>
              <a:t>. (</a:t>
            </a:r>
            <a:r>
              <a:rPr lang="ko-KR" altLang="en-US" sz="1200" dirty="0">
                <a:solidFill>
                  <a:srgbClr val="FF0000"/>
                </a:solidFill>
              </a:rPr>
              <a:t>손님용 페이지에서만 가능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3793763-B08E-4AB5-BF92-E49EAF9B6FE7}"/>
              </a:ext>
            </a:extLst>
          </p:cNvPr>
          <p:cNvSpPr/>
          <p:nvPr/>
        </p:nvSpPr>
        <p:spPr>
          <a:xfrm>
            <a:off x="591043" y="2318020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592065B-A7B1-495C-96FB-0F3EC0E92284}"/>
              </a:ext>
            </a:extLst>
          </p:cNvPr>
          <p:cNvSpPr/>
          <p:nvPr/>
        </p:nvSpPr>
        <p:spPr>
          <a:xfrm>
            <a:off x="1116784" y="550948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6067C06-3750-4DAD-AC2B-003626CCADA7}"/>
              </a:ext>
            </a:extLst>
          </p:cNvPr>
          <p:cNvSpPr/>
          <p:nvPr/>
        </p:nvSpPr>
        <p:spPr>
          <a:xfrm>
            <a:off x="2764260" y="5507227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FC214D6-21FC-477A-9CDA-81AE1672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129" y="2462186"/>
            <a:ext cx="4032300" cy="24318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254B9A-CB35-43CF-A198-60047AB6C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130" y="5017889"/>
            <a:ext cx="4032300" cy="1266555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02C4349C-FAB9-4234-A46F-AF81C43E392A}"/>
              </a:ext>
            </a:extLst>
          </p:cNvPr>
          <p:cNvSpPr/>
          <p:nvPr/>
        </p:nvSpPr>
        <p:spPr>
          <a:xfrm>
            <a:off x="7554923" y="2583219"/>
            <a:ext cx="342900" cy="35193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A904D8C-EB6B-4C64-A545-04DBB528D572}"/>
              </a:ext>
            </a:extLst>
          </p:cNvPr>
          <p:cNvSpPr/>
          <p:nvPr/>
        </p:nvSpPr>
        <p:spPr>
          <a:xfrm>
            <a:off x="7554923" y="536547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9355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BBC212A8-748E-462C-8ED7-3AC12229F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2" y="987964"/>
            <a:ext cx="8297180" cy="4519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129B340-7299-4050-B935-5AA315F26734}"/>
              </a:ext>
            </a:extLst>
          </p:cNvPr>
          <p:cNvSpPr/>
          <p:nvPr/>
        </p:nvSpPr>
        <p:spPr>
          <a:xfrm>
            <a:off x="0" y="5989"/>
            <a:ext cx="12192000" cy="391505"/>
          </a:xfrm>
          <a:prstGeom prst="rect">
            <a:avLst/>
          </a:prstGeom>
          <a:solidFill>
            <a:srgbClr val="0C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03855-F8FB-45E7-8F53-21F6E7F3B723}"/>
              </a:ext>
            </a:extLst>
          </p:cNvPr>
          <p:cNvSpPr txBox="1"/>
          <p:nvPr/>
        </p:nvSpPr>
        <p:spPr>
          <a:xfrm>
            <a:off x="242406" y="516042"/>
            <a:ext cx="8457676" cy="471922"/>
          </a:xfrm>
          <a:prstGeom prst="rect">
            <a:avLst/>
          </a:prstGeom>
          <a:noFill/>
        </p:spPr>
        <p:txBody>
          <a:bodyPr wrap="square" lIns="101599" tIns="50799" rIns="101599" bIns="50799" rtlCol="0">
            <a:spAutoFit/>
          </a:bodyPr>
          <a:lstStyle>
            <a:defPPr>
              <a:defRPr lang="ko-KR"/>
            </a:defPPr>
            <a:lvl1pPr>
              <a:defRPr sz="4000" b="1" spc="-333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상세 화면 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손님용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가게용 마이페이지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리뷰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,Q&amp;A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 목록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8C7B8-C2BA-4608-BB21-DCE687DC0E73}"/>
              </a:ext>
            </a:extLst>
          </p:cNvPr>
          <p:cNvSpPr txBox="1"/>
          <p:nvPr/>
        </p:nvSpPr>
        <p:spPr>
          <a:xfrm>
            <a:off x="8774884" y="987965"/>
            <a:ext cx="3322858" cy="212365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①</a:t>
            </a:r>
            <a:r>
              <a:rPr lang="en-US" altLang="ko-KR" sz="1200" dirty="0"/>
              <a:t>. </a:t>
            </a:r>
            <a:r>
              <a:rPr lang="ko-KR" altLang="en-US" sz="1200" dirty="0"/>
              <a:t>손님이 작성한 리뷰</a:t>
            </a:r>
            <a:r>
              <a:rPr lang="en-US" altLang="ko-KR" sz="1200" dirty="0"/>
              <a:t>(Q&amp;A)</a:t>
            </a:r>
            <a:r>
              <a:rPr lang="ko-KR" altLang="en-US" sz="1200" dirty="0"/>
              <a:t> 목록을 출력하는 영역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②</a:t>
            </a:r>
            <a:r>
              <a:rPr lang="en-US" altLang="ko-KR" sz="1200" dirty="0"/>
              <a:t>. </a:t>
            </a:r>
            <a:r>
              <a:rPr lang="ko-KR" altLang="en-US" sz="1200" dirty="0"/>
              <a:t>작성한 리뷰</a:t>
            </a:r>
            <a:r>
              <a:rPr lang="en-US" altLang="ko-KR" sz="1200" dirty="0"/>
              <a:t>(Q&amp;A)</a:t>
            </a:r>
            <a:r>
              <a:rPr lang="ko-KR" altLang="en-US" sz="1200" dirty="0"/>
              <a:t>를 </a:t>
            </a:r>
            <a:r>
              <a:rPr lang="en-US" altLang="ko-KR" sz="1200" dirty="0"/>
              <a:t>‘</a:t>
            </a:r>
            <a:r>
              <a:rPr lang="ko-KR" altLang="en-US" sz="1200" dirty="0"/>
              <a:t>제목</a:t>
            </a:r>
            <a:r>
              <a:rPr lang="en-US" altLang="ko-KR" sz="1200" dirty="0"/>
              <a:t>’</a:t>
            </a:r>
            <a:r>
              <a:rPr lang="ko-KR" altLang="en-US" sz="1200" dirty="0"/>
              <a:t> 또는 </a:t>
            </a:r>
            <a:r>
              <a:rPr lang="en-US" altLang="ko-KR" sz="1200" dirty="0"/>
              <a:t>‘</a:t>
            </a:r>
            <a:r>
              <a:rPr lang="ko-KR" altLang="en-US" sz="1200" dirty="0"/>
              <a:t>내용</a:t>
            </a:r>
            <a:r>
              <a:rPr lang="en-US" altLang="ko-KR" sz="1200" dirty="0"/>
              <a:t>’</a:t>
            </a:r>
            <a:r>
              <a:rPr lang="ko-KR" altLang="en-US" sz="1200" dirty="0"/>
              <a:t>으로 검색할 수 있는 검색기능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③</a:t>
            </a:r>
            <a:r>
              <a:rPr lang="en-US" altLang="ko-KR" sz="1200" dirty="0"/>
              <a:t>. </a:t>
            </a:r>
            <a:r>
              <a:rPr lang="ko-KR" altLang="en-US" sz="1200" dirty="0"/>
              <a:t>제목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상세 보기 페이지로 이동한다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④</a:t>
            </a:r>
            <a:r>
              <a:rPr lang="en-US" altLang="ko-KR" sz="1200" dirty="0"/>
              <a:t>. </a:t>
            </a:r>
            <a:r>
              <a:rPr lang="ko-KR" altLang="en-US" sz="1200" dirty="0"/>
              <a:t>페이지 번호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해당 페이지에 속하는 리뷰</a:t>
            </a:r>
            <a:r>
              <a:rPr lang="en-US" altLang="ko-KR" sz="1200" dirty="0"/>
              <a:t>(Q&amp;A)</a:t>
            </a:r>
            <a:r>
              <a:rPr lang="ko-KR" altLang="en-US" sz="1200" dirty="0"/>
              <a:t>를 확인 할 수 있다</a:t>
            </a:r>
            <a:r>
              <a:rPr lang="en-US" altLang="ko-KR" sz="1200" dirty="0"/>
              <a:t>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3793763-B08E-4AB5-BF92-E49EAF9B6FE7}"/>
              </a:ext>
            </a:extLst>
          </p:cNvPr>
          <p:cNvSpPr/>
          <p:nvPr/>
        </p:nvSpPr>
        <p:spPr>
          <a:xfrm>
            <a:off x="532320" y="2806416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592065B-A7B1-495C-96FB-0F3EC0E92284}"/>
              </a:ext>
            </a:extLst>
          </p:cNvPr>
          <p:cNvSpPr/>
          <p:nvPr/>
        </p:nvSpPr>
        <p:spPr>
          <a:xfrm>
            <a:off x="5596505" y="2637083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6067C06-3750-4DAD-AC2B-003626CCADA7}"/>
              </a:ext>
            </a:extLst>
          </p:cNvPr>
          <p:cNvSpPr/>
          <p:nvPr/>
        </p:nvSpPr>
        <p:spPr>
          <a:xfrm>
            <a:off x="2815174" y="3663892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4C82784-2709-4B59-A7CD-09988D336FB8}"/>
              </a:ext>
            </a:extLst>
          </p:cNvPr>
          <p:cNvSpPr/>
          <p:nvPr/>
        </p:nvSpPr>
        <p:spPr>
          <a:xfrm>
            <a:off x="3443932" y="506255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6633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7B5B153-7C7A-4CF0-B289-ED57629DA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029" y="5176007"/>
            <a:ext cx="4961566" cy="13521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D3168C0-647C-4AC3-B235-1BF3FCCFD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029" y="2906007"/>
            <a:ext cx="4961566" cy="22270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213A6E-1836-4E30-9ED9-43873B0CA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05" y="987964"/>
            <a:ext cx="6452010" cy="531996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129B340-7299-4050-B935-5AA315F26734}"/>
              </a:ext>
            </a:extLst>
          </p:cNvPr>
          <p:cNvSpPr/>
          <p:nvPr/>
        </p:nvSpPr>
        <p:spPr>
          <a:xfrm>
            <a:off x="0" y="5989"/>
            <a:ext cx="12192000" cy="391505"/>
          </a:xfrm>
          <a:prstGeom prst="rect">
            <a:avLst/>
          </a:prstGeom>
          <a:solidFill>
            <a:srgbClr val="0C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03855-F8FB-45E7-8F53-21F6E7F3B723}"/>
              </a:ext>
            </a:extLst>
          </p:cNvPr>
          <p:cNvSpPr txBox="1"/>
          <p:nvPr/>
        </p:nvSpPr>
        <p:spPr>
          <a:xfrm>
            <a:off x="242404" y="516042"/>
            <a:ext cx="8935151" cy="471922"/>
          </a:xfrm>
          <a:prstGeom prst="rect">
            <a:avLst/>
          </a:prstGeom>
          <a:noFill/>
        </p:spPr>
        <p:txBody>
          <a:bodyPr wrap="square" lIns="101599" tIns="50799" rIns="101599" bIns="50799" rtlCol="0">
            <a:spAutoFit/>
          </a:bodyPr>
          <a:lstStyle>
            <a:defPPr>
              <a:defRPr lang="ko-KR"/>
            </a:defPPr>
            <a:lvl1pPr>
              <a:defRPr sz="4000" b="1" spc="-333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상세 화면 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손님용 마이페이지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(Q&amp;A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 상세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댓글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8C7B8-C2BA-4608-BB21-DCE687DC0E73}"/>
              </a:ext>
            </a:extLst>
          </p:cNvPr>
          <p:cNvSpPr txBox="1"/>
          <p:nvPr/>
        </p:nvSpPr>
        <p:spPr>
          <a:xfrm>
            <a:off x="6988029" y="987965"/>
            <a:ext cx="5083729" cy="19389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①</a:t>
            </a:r>
            <a:r>
              <a:rPr lang="en-US" altLang="ko-KR" sz="1000" dirty="0"/>
              <a:t>. </a:t>
            </a:r>
            <a:r>
              <a:rPr lang="ko-KR" altLang="en-US" sz="1000" dirty="0"/>
              <a:t>클릭한 </a:t>
            </a:r>
            <a:r>
              <a:rPr lang="en-US" altLang="ko-KR" sz="1000" dirty="0"/>
              <a:t>Q&amp;A</a:t>
            </a:r>
            <a:r>
              <a:rPr lang="ko-KR" altLang="en-US" sz="1000" dirty="0"/>
              <a:t>의 상세 내용을 출력한다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제목</a:t>
            </a:r>
            <a:r>
              <a:rPr lang="en-US" altLang="ko-KR" sz="1000" dirty="0"/>
              <a:t>,</a:t>
            </a:r>
            <a:r>
              <a:rPr lang="ko-KR" altLang="en-US" sz="1000" dirty="0"/>
              <a:t>작성자</a:t>
            </a:r>
            <a:r>
              <a:rPr lang="en-US" altLang="ko-KR" sz="1000" dirty="0"/>
              <a:t>,</a:t>
            </a:r>
            <a:r>
              <a:rPr lang="ko-KR" altLang="en-US" sz="1000" dirty="0"/>
              <a:t>내용</a:t>
            </a:r>
            <a:r>
              <a:rPr lang="en-US" altLang="ko-KR" sz="1000" dirty="0"/>
              <a:t>,</a:t>
            </a:r>
            <a:r>
              <a:rPr lang="ko-KR" altLang="en-US" sz="1000" dirty="0"/>
              <a:t>등록일</a:t>
            </a:r>
            <a:r>
              <a:rPr lang="en-US" altLang="ko-KR" sz="1000" dirty="0"/>
              <a:t>,</a:t>
            </a:r>
            <a:r>
              <a:rPr lang="ko-KR" altLang="en-US" sz="1000" dirty="0"/>
              <a:t>변경일</a:t>
            </a:r>
            <a:r>
              <a:rPr lang="en-US" altLang="ko-KR" sz="1000" dirty="0"/>
              <a:t>,</a:t>
            </a:r>
            <a:r>
              <a:rPr lang="ko-KR" altLang="en-US" sz="1000" dirty="0"/>
              <a:t>조회수</a:t>
            </a:r>
            <a:r>
              <a:rPr lang="en-US" altLang="ko-KR" sz="1000" dirty="0"/>
              <a:t>,</a:t>
            </a:r>
            <a:r>
              <a:rPr lang="ko-KR" altLang="en-US" sz="1000" dirty="0"/>
              <a:t>평점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②</a:t>
            </a:r>
            <a:r>
              <a:rPr lang="en-US" altLang="ko-KR" sz="1000" dirty="0"/>
              <a:t>. </a:t>
            </a:r>
            <a:r>
              <a:rPr lang="ko-KR" altLang="en-US" sz="1000" dirty="0"/>
              <a:t>클릭 시</a:t>
            </a:r>
            <a:r>
              <a:rPr lang="en-US" altLang="ko-KR" sz="1000" dirty="0"/>
              <a:t>, </a:t>
            </a:r>
            <a:r>
              <a:rPr lang="ko-KR" altLang="en-US" sz="1000" dirty="0"/>
              <a:t>이전</a:t>
            </a:r>
            <a:r>
              <a:rPr lang="en-US" altLang="ko-KR" sz="1000" dirty="0"/>
              <a:t>,</a:t>
            </a:r>
            <a:r>
              <a:rPr lang="ko-KR" altLang="en-US" sz="1000" dirty="0"/>
              <a:t>다음 </a:t>
            </a:r>
            <a:r>
              <a:rPr lang="en-US" altLang="ko-KR" sz="1000" dirty="0"/>
              <a:t>Q&amp;A</a:t>
            </a:r>
            <a:r>
              <a:rPr lang="ko-KR" altLang="en-US" sz="1000" dirty="0"/>
              <a:t>의 상세내용 화면으로 이동한다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000" dirty="0"/>
              <a:t>③</a:t>
            </a:r>
            <a:r>
              <a:rPr lang="en-US" altLang="ko-KR" sz="1000" dirty="0"/>
              <a:t>. </a:t>
            </a:r>
            <a:r>
              <a:rPr lang="ko-KR" altLang="en-US" sz="1000" dirty="0"/>
              <a:t>해당 </a:t>
            </a:r>
            <a:r>
              <a:rPr lang="en-US" altLang="ko-KR" sz="1000" dirty="0"/>
              <a:t>Q&amp;A</a:t>
            </a:r>
            <a:r>
              <a:rPr lang="ko-KR" altLang="en-US" sz="1000" dirty="0"/>
              <a:t>의 수정</a:t>
            </a:r>
            <a:r>
              <a:rPr lang="en-US" altLang="ko-KR" sz="1000" dirty="0"/>
              <a:t>(</a:t>
            </a:r>
            <a:r>
              <a:rPr lang="ko-KR" altLang="en-US" sz="1000" dirty="0"/>
              <a:t>⑥</a:t>
            </a:r>
            <a:r>
              <a:rPr lang="en-US" altLang="ko-KR" sz="1000" dirty="0"/>
              <a:t>),</a:t>
            </a:r>
            <a:r>
              <a:rPr lang="ko-KR" altLang="en-US" sz="1000" dirty="0"/>
              <a:t>삭제</a:t>
            </a:r>
            <a:r>
              <a:rPr lang="en-US" altLang="ko-KR" sz="1000" dirty="0"/>
              <a:t>(</a:t>
            </a:r>
            <a:r>
              <a:rPr lang="ko-KR" altLang="en-US" sz="1000" dirty="0"/>
              <a:t>⑦</a:t>
            </a:r>
            <a:r>
              <a:rPr lang="en-US" altLang="ko-KR" sz="1000" dirty="0"/>
              <a:t>)</a:t>
            </a:r>
            <a:r>
              <a:rPr lang="ko-KR" altLang="en-US" sz="1000" dirty="0"/>
              <a:t> 화면으로 이동 또는</a:t>
            </a:r>
            <a:endParaRPr lang="en-US" altLang="ko-KR" sz="1000" dirty="0"/>
          </a:p>
          <a:p>
            <a:r>
              <a:rPr lang="ko-KR" altLang="en-US" sz="1000" dirty="0"/>
              <a:t>리뷰 목록 페이지로 이동할 수 있다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000" dirty="0">
                <a:solidFill>
                  <a:srgbClr val="FF0000"/>
                </a:solidFill>
              </a:rPr>
              <a:t>④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댓글 내용을 입력 할 수 있는 공간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댓글 등록 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추후 수정 또는 삭제를 위한 임의의 암호를 함께 입력한다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000" dirty="0"/>
          </a:p>
          <a:p>
            <a:r>
              <a:rPr lang="ko-KR" altLang="en-US" sz="1000" dirty="0">
                <a:solidFill>
                  <a:srgbClr val="FF0000"/>
                </a:solidFill>
              </a:rPr>
              <a:t>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댓글 목록을 출력하는 영역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클릭 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해당 댓글의 수정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⑥</a:t>
            </a:r>
            <a:r>
              <a:rPr lang="en-US" altLang="ko-KR" sz="1000" dirty="0">
                <a:solidFill>
                  <a:srgbClr val="FF0000"/>
                </a:solidFill>
              </a:rPr>
              <a:t>),</a:t>
            </a:r>
            <a:r>
              <a:rPr lang="ko-KR" altLang="en-US" sz="1000" dirty="0">
                <a:solidFill>
                  <a:srgbClr val="FF0000"/>
                </a:solidFill>
              </a:rPr>
              <a:t>삭제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⑦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>
                <a:solidFill>
                  <a:srgbClr val="FF0000"/>
                </a:solidFill>
              </a:rPr>
              <a:t>가 가능하다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3793763-B08E-4AB5-BF92-E49EAF9B6FE7}"/>
              </a:ext>
            </a:extLst>
          </p:cNvPr>
          <p:cNvSpPr/>
          <p:nvPr/>
        </p:nvSpPr>
        <p:spPr>
          <a:xfrm>
            <a:off x="456819" y="2292853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592065B-A7B1-495C-96FB-0F3EC0E92284}"/>
              </a:ext>
            </a:extLst>
          </p:cNvPr>
          <p:cNvSpPr/>
          <p:nvPr/>
        </p:nvSpPr>
        <p:spPr>
          <a:xfrm>
            <a:off x="1091617" y="4724704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6067C06-3750-4DAD-AC2B-003626CCADA7}"/>
              </a:ext>
            </a:extLst>
          </p:cNvPr>
          <p:cNvSpPr/>
          <p:nvPr/>
        </p:nvSpPr>
        <p:spPr>
          <a:xfrm>
            <a:off x="2520979" y="474794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2C4349C-FAB9-4234-A46F-AF81C43E392A}"/>
              </a:ext>
            </a:extLst>
          </p:cNvPr>
          <p:cNvSpPr/>
          <p:nvPr/>
        </p:nvSpPr>
        <p:spPr>
          <a:xfrm>
            <a:off x="7088436" y="3156793"/>
            <a:ext cx="342900" cy="35193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A904D8C-EB6B-4C64-A545-04DBB528D572}"/>
              </a:ext>
            </a:extLst>
          </p:cNvPr>
          <p:cNvSpPr/>
          <p:nvPr/>
        </p:nvSpPr>
        <p:spPr>
          <a:xfrm>
            <a:off x="7132871" y="5651166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6487ECD-BF2D-492A-8BA5-F21ED47B5D8D}"/>
              </a:ext>
            </a:extLst>
          </p:cNvPr>
          <p:cNvSpPr/>
          <p:nvPr/>
        </p:nvSpPr>
        <p:spPr>
          <a:xfrm>
            <a:off x="492733" y="521765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ADB511C-6C5B-4CC6-AD01-DF82ABE8B5FB}"/>
              </a:ext>
            </a:extLst>
          </p:cNvPr>
          <p:cNvSpPr/>
          <p:nvPr/>
        </p:nvSpPr>
        <p:spPr>
          <a:xfrm>
            <a:off x="569139" y="5925574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0049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77F0D16-307D-4324-9868-B27E7FCE2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00" y="2455098"/>
            <a:ext cx="5649193" cy="213919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5C83640-2651-4AFB-8D9E-1315C960E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05" y="1106512"/>
            <a:ext cx="6040949" cy="543359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129B340-7299-4050-B935-5AA315F26734}"/>
              </a:ext>
            </a:extLst>
          </p:cNvPr>
          <p:cNvSpPr/>
          <p:nvPr/>
        </p:nvSpPr>
        <p:spPr>
          <a:xfrm>
            <a:off x="0" y="5989"/>
            <a:ext cx="12192000" cy="391505"/>
          </a:xfrm>
          <a:prstGeom prst="rect">
            <a:avLst/>
          </a:prstGeom>
          <a:solidFill>
            <a:srgbClr val="0C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03855-F8FB-45E7-8F53-21F6E7F3B723}"/>
              </a:ext>
            </a:extLst>
          </p:cNvPr>
          <p:cNvSpPr txBox="1"/>
          <p:nvPr/>
        </p:nvSpPr>
        <p:spPr>
          <a:xfrm>
            <a:off x="242406" y="516042"/>
            <a:ext cx="7240574" cy="471922"/>
          </a:xfrm>
          <a:prstGeom prst="rect">
            <a:avLst/>
          </a:prstGeom>
          <a:noFill/>
        </p:spPr>
        <p:txBody>
          <a:bodyPr wrap="square" lIns="101599" tIns="50799" rIns="101599" bIns="50799" rtlCol="0">
            <a:spAutoFit/>
          </a:bodyPr>
          <a:lstStyle>
            <a:defPPr>
              <a:defRPr lang="ko-KR"/>
            </a:defPPr>
            <a:lvl1pPr>
              <a:defRPr sz="4000" b="1" spc="-333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상세 화면 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가게용 마이페이지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가게정보관리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8C7B8-C2BA-4608-BB21-DCE687DC0E73}"/>
              </a:ext>
            </a:extLst>
          </p:cNvPr>
          <p:cNvSpPr txBox="1"/>
          <p:nvPr/>
        </p:nvSpPr>
        <p:spPr>
          <a:xfrm>
            <a:off x="6439600" y="1106512"/>
            <a:ext cx="5018953" cy="83099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①</a:t>
            </a:r>
            <a:r>
              <a:rPr lang="en-US" altLang="ko-KR" sz="1200" dirty="0"/>
              <a:t>. </a:t>
            </a:r>
            <a:r>
              <a:rPr lang="ko-KR" altLang="en-US" sz="1200" dirty="0"/>
              <a:t>가게 종합정보 </a:t>
            </a:r>
            <a:r>
              <a:rPr lang="en-US" altLang="ko-KR" sz="1200" dirty="0"/>
              <a:t>: </a:t>
            </a:r>
            <a:r>
              <a:rPr lang="ko-KR" altLang="en-US" sz="1200" dirty="0"/>
              <a:t>가게의 정보를 출력</a:t>
            </a:r>
            <a:r>
              <a:rPr lang="en-US" altLang="ko-KR" sz="1200" dirty="0"/>
              <a:t>, </a:t>
            </a:r>
            <a:r>
              <a:rPr lang="ko-KR" altLang="en-US" sz="1200" dirty="0"/>
              <a:t>수정 할 수 있는 영역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②</a:t>
            </a:r>
            <a:r>
              <a:rPr lang="en-US" altLang="ko-KR" sz="1200" dirty="0"/>
              <a:t>. </a:t>
            </a:r>
            <a:r>
              <a:rPr lang="ko-KR" altLang="en-US" sz="1200" dirty="0"/>
              <a:t>입력사항 저장 버튼 </a:t>
            </a:r>
            <a:r>
              <a:rPr lang="en-US" altLang="ko-KR" sz="1200" dirty="0"/>
              <a:t>: </a:t>
            </a:r>
            <a:r>
              <a:rPr lang="ko-KR" altLang="en-US" sz="1200" dirty="0"/>
              <a:t>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각각의 블록에 입력 되어있는 내용으로 가게 정보를 수정 할 수 있다</a:t>
            </a:r>
            <a:r>
              <a:rPr lang="en-US" altLang="ko-KR" sz="1200" dirty="0"/>
              <a:t>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B576C71-B6C8-400B-B663-60D60E5A603D}"/>
              </a:ext>
            </a:extLst>
          </p:cNvPr>
          <p:cNvSpPr/>
          <p:nvPr/>
        </p:nvSpPr>
        <p:spPr>
          <a:xfrm>
            <a:off x="5753100" y="3586862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319CBF4-69F6-4978-AF33-0C6299D16CDA}"/>
              </a:ext>
            </a:extLst>
          </p:cNvPr>
          <p:cNvSpPr/>
          <p:nvPr/>
        </p:nvSpPr>
        <p:spPr>
          <a:xfrm>
            <a:off x="11013572" y="4179779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5752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EF2CC2C-FAFF-4684-A7D7-6782FBF2D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87" y="3875194"/>
            <a:ext cx="5656952" cy="18523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EEBDFB9-8F52-4B2D-8109-82DBD66E2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06" y="1082180"/>
            <a:ext cx="6197194" cy="473974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129B340-7299-4050-B935-5AA315F26734}"/>
              </a:ext>
            </a:extLst>
          </p:cNvPr>
          <p:cNvSpPr/>
          <p:nvPr/>
        </p:nvSpPr>
        <p:spPr>
          <a:xfrm>
            <a:off x="0" y="5989"/>
            <a:ext cx="12192000" cy="391505"/>
          </a:xfrm>
          <a:prstGeom prst="rect">
            <a:avLst/>
          </a:prstGeom>
          <a:solidFill>
            <a:srgbClr val="0C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03855-F8FB-45E7-8F53-21F6E7F3B723}"/>
              </a:ext>
            </a:extLst>
          </p:cNvPr>
          <p:cNvSpPr txBox="1"/>
          <p:nvPr/>
        </p:nvSpPr>
        <p:spPr>
          <a:xfrm>
            <a:off x="242406" y="516042"/>
            <a:ext cx="7240574" cy="471922"/>
          </a:xfrm>
          <a:prstGeom prst="rect">
            <a:avLst/>
          </a:prstGeom>
          <a:noFill/>
        </p:spPr>
        <p:txBody>
          <a:bodyPr wrap="square" lIns="101599" tIns="50799" rIns="101599" bIns="50799" rtlCol="0">
            <a:spAutoFit/>
          </a:bodyPr>
          <a:lstStyle>
            <a:defPPr>
              <a:defRPr lang="ko-KR"/>
            </a:defPPr>
            <a:lvl1pPr>
              <a:defRPr sz="4000" b="1" spc="-333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상세 화면 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가게용 마이페이지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공지관리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8C7B8-C2BA-4608-BB21-DCE687DC0E73}"/>
              </a:ext>
            </a:extLst>
          </p:cNvPr>
          <p:cNvSpPr txBox="1"/>
          <p:nvPr/>
        </p:nvSpPr>
        <p:spPr>
          <a:xfrm>
            <a:off x="6557046" y="1082180"/>
            <a:ext cx="5018953" cy="156966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①</a:t>
            </a:r>
            <a:r>
              <a:rPr lang="en-US" altLang="ko-KR" sz="1200" dirty="0"/>
              <a:t>. </a:t>
            </a:r>
            <a:r>
              <a:rPr lang="ko-KR" altLang="en-US" sz="1200" dirty="0"/>
              <a:t>공지사항 입력</a:t>
            </a:r>
            <a:r>
              <a:rPr lang="en-US" altLang="ko-KR" sz="1200" dirty="0"/>
              <a:t>: </a:t>
            </a:r>
            <a:r>
              <a:rPr lang="ko-KR" altLang="en-US" sz="1200" dirty="0"/>
              <a:t>손님에게 안내 할 사항을 입력하는 공간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공지</a:t>
            </a:r>
            <a:r>
              <a:rPr lang="en-US" altLang="ko-KR" sz="1200" dirty="0"/>
              <a:t>,</a:t>
            </a:r>
            <a:r>
              <a:rPr lang="ko-KR" altLang="en-US" sz="1200" dirty="0"/>
              <a:t>소식</a:t>
            </a:r>
            <a:r>
              <a:rPr lang="en-US" altLang="ko-KR" sz="1200" dirty="0"/>
              <a:t>,</a:t>
            </a:r>
            <a:r>
              <a:rPr lang="ko-KR" altLang="en-US" sz="1200" dirty="0"/>
              <a:t>예약</a:t>
            </a:r>
            <a:r>
              <a:rPr lang="en-US" altLang="ko-KR" sz="1200" dirty="0"/>
              <a:t> </a:t>
            </a:r>
            <a:r>
              <a:rPr lang="ko-KR" altLang="en-US" sz="1200" dirty="0"/>
              <a:t>으로 카테고리를 나누어서 등록할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②</a:t>
            </a:r>
            <a:r>
              <a:rPr lang="en-US" altLang="ko-KR" sz="1200" dirty="0"/>
              <a:t>. </a:t>
            </a:r>
            <a:r>
              <a:rPr lang="ko-KR" altLang="en-US" sz="1200" dirty="0"/>
              <a:t>입력사항 저장 버튼 </a:t>
            </a:r>
            <a:r>
              <a:rPr lang="en-US" altLang="ko-KR" sz="1200" dirty="0"/>
              <a:t>: </a:t>
            </a:r>
            <a:r>
              <a:rPr lang="ko-KR" altLang="en-US" sz="1200" dirty="0"/>
              <a:t>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해당 내용이 </a:t>
            </a:r>
            <a:r>
              <a:rPr lang="en-US" altLang="ko-KR" sz="1200" dirty="0"/>
              <a:t>DB</a:t>
            </a:r>
            <a:r>
              <a:rPr lang="ko-KR" altLang="en-US" sz="1200" dirty="0"/>
              <a:t>에 등록 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③</a:t>
            </a:r>
            <a:r>
              <a:rPr lang="en-US" altLang="ko-KR" sz="1200" dirty="0"/>
              <a:t>. </a:t>
            </a:r>
            <a:r>
              <a:rPr lang="ko-KR" altLang="en-US" sz="1200" dirty="0"/>
              <a:t>공지 목록 </a:t>
            </a:r>
            <a:r>
              <a:rPr lang="en-US" altLang="ko-KR" sz="1200" dirty="0"/>
              <a:t>: </a:t>
            </a:r>
            <a:r>
              <a:rPr lang="ko-KR" altLang="en-US" sz="1200" dirty="0"/>
              <a:t>등록된 공지 목록과 상세 내용을 출력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삭제버튼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해당 공지를 삭제 할 수 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하단에 페이지 번호 클릭으로 공지 목록을 확인 할 수 있다</a:t>
            </a:r>
            <a:r>
              <a:rPr lang="en-US" altLang="ko-KR" sz="1200" dirty="0"/>
              <a:t>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B576C71-B6C8-400B-B663-60D60E5A603D}"/>
              </a:ext>
            </a:extLst>
          </p:cNvPr>
          <p:cNvSpPr/>
          <p:nvPr/>
        </p:nvSpPr>
        <p:spPr>
          <a:xfrm>
            <a:off x="417701" y="3536528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319CBF4-69F6-4978-AF33-0C6299D16CDA}"/>
              </a:ext>
            </a:extLst>
          </p:cNvPr>
          <p:cNvSpPr/>
          <p:nvPr/>
        </p:nvSpPr>
        <p:spPr>
          <a:xfrm>
            <a:off x="5418115" y="5483254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F788690-91EF-4D96-8957-E2848C9A9D68}"/>
              </a:ext>
            </a:extLst>
          </p:cNvPr>
          <p:cNvSpPr/>
          <p:nvPr/>
        </p:nvSpPr>
        <p:spPr>
          <a:xfrm>
            <a:off x="8548606" y="3991412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2548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894FD4B-5E33-4A2B-A195-7CB9B22A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431" y="3867661"/>
            <a:ext cx="5605138" cy="164432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5675C69-C6C9-44B8-B7AE-4CDED5AC1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06" y="987963"/>
            <a:ext cx="6188581" cy="469335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129B340-7299-4050-B935-5AA315F26734}"/>
              </a:ext>
            </a:extLst>
          </p:cNvPr>
          <p:cNvSpPr/>
          <p:nvPr/>
        </p:nvSpPr>
        <p:spPr>
          <a:xfrm>
            <a:off x="0" y="5989"/>
            <a:ext cx="12192000" cy="391505"/>
          </a:xfrm>
          <a:prstGeom prst="rect">
            <a:avLst/>
          </a:prstGeom>
          <a:solidFill>
            <a:srgbClr val="0C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03855-F8FB-45E7-8F53-21F6E7F3B723}"/>
              </a:ext>
            </a:extLst>
          </p:cNvPr>
          <p:cNvSpPr txBox="1"/>
          <p:nvPr/>
        </p:nvSpPr>
        <p:spPr>
          <a:xfrm>
            <a:off x="242406" y="516042"/>
            <a:ext cx="7240574" cy="471922"/>
          </a:xfrm>
          <a:prstGeom prst="rect">
            <a:avLst/>
          </a:prstGeom>
          <a:noFill/>
        </p:spPr>
        <p:txBody>
          <a:bodyPr wrap="square" lIns="101599" tIns="50799" rIns="101599" bIns="50799" rtlCol="0">
            <a:spAutoFit/>
          </a:bodyPr>
          <a:lstStyle>
            <a:defPPr>
              <a:defRPr lang="ko-KR"/>
            </a:defPPr>
            <a:lvl1pPr>
              <a:defRPr sz="4000" b="1" spc="-333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상세 화면 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가게용 마이페이지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메뉴관리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8C7B8-C2BA-4608-BB21-DCE687DC0E73}"/>
              </a:ext>
            </a:extLst>
          </p:cNvPr>
          <p:cNvSpPr txBox="1"/>
          <p:nvPr/>
        </p:nvSpPr>
        <p:spPr>
          <a:xfrm>
            <a:off x="6557046" y="1082180"/>
            <a:ext cx="5018953" cy="138499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①</a:t>
            </a:r>
            <a:r>
              <a:rPr lang="en-US" altLang="ko-KR" sz="1200" dirty="0"/>
              <a:t>. </a:t>
            </a:r>
            <a:r>
              <a:rPr lang="ko-KR" altLang="en-US" sz="1200" dirty="0"/>
              <a:t>공지사항 입력</a:t>
            </a:r>
            <a:r>
              <a:rPr lang="en-US" altLang="ko-KR" sz="1200" dirty="0"/>
              <a:t>: </a:t>
            </a:r>
            <a:r>
              <a:rPr lang="ko-KR" altLang="en-US" sz="1200" dirty="0"/>
              <a:t>메뉴를 등록 할 수 있는 공간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(</a:t>
            </a:r>
            <a:r>
              <a:rPr lang="ko-KR" altLang="en-US" sz="1200" dirty="0" err="1"/>
              <a:t>메뉴명</a:t>
            </a:r>
            <a:r>
              <a:rPr lang="en-US" altLang="ko-KR" sz="1200" dirty="0"/>
              <a:t>, </a:t>
            </a:r>
            <a:r>
              <a:rPr lang="ko-KR" altLang="en-US" sz="1200" dirty="0"/>
              <a:t>가격</a:t>
            </a:r>
            <a:r>
              <a:rPr lang="en-US" altLang="ko-KR" sz="1200" dirty="0"/>
              <a:t>, </a:t>
            </a:r>
            <a:r>
              <a:rPr lang="ko-KR" altLang="en-US" sz="1200" dirty="0"/>
              <a:t>해당 메뉴에 관한 간단한 설명으로 구성된다</a:t>
            </a:r>
            <a:r>
              <a:rPr lang="en-US" altLang="ko-KR" sz="1200" dirty="0"/>
              <a:t>.)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②</a:t>
            </a:r>
            <a:r>
              <a:rPr lang="en-US" altLang="ko-KR" sz="1200" dirty="0"/>
              <a:t>. </a:t>
            </a:r>
            <a:r>
              <a:rPr lang="ko-KR" altLang="en-US" sz="1200" dirty="0"/>
              <a:t>입력사항 저장 버튼 </a:t>
            </a:r>
            <a:r>
              <a:rPr lang="en-US" altLang="ko-KR" sz="1200" dirty="0"/>
              <a:t>: </a:t>
            </a:r>
            <a:r>
              <a:rPr lang="ko-KR" altLang="en-US" sz="1200" dirty="0"/>
              <a:t>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해당 내용이 </a:t>
            </a:r>
            <a:r>
              <a:rPr lang="en-US" altLang="ko-KR" sz="1200" dirty="0"/>
              <a:t>DB</a:t>
            </a:r>
            <a:r>
              <a:rPr lang="ko-KR" altLang="en-US" sz="1200" dirty="0"/>
              <a:t>에 등록 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③</a:t>
            </a:r>
            <a:r>
              <a:rPr lang="en-US" altLang="ko-KR" sz="1200" dirty="0"/>
              <a:t>. </a:t>
            </a:r>
            <a:r>
              <a:rPr lang="ko-KR" altLang="en-US" sz="1200" dirty="0"/>
              <a:t>메뉴 목록 </a:t>
            </a:r>
            <a:r>
              <a:rPr lang="en-US" altLang="ko-KR" sz="1200" dirty="0"/>
              <a:t>: </a:t>
            </a:r>
            <a:r>
              <a:rPr lang="ko-KR" altLang="en-US" sz="1200" dirty="0"/>
              <a:t>등록된 메뉴의 목록이 출력되며</a:t>
            </a:r>
            <a:r>
              <a:rPr lang="en-US" altLang="ko-KR" sz="1200" dirty="0"/>
              <a:t>, </a:t>
            </a:r>
            <a:r>
              <a:rPr lang="ko-KR" altLang="en-US" sz="1200" dirty="0"/>
              <a:t>삭제버튼 클릭 시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해당 메뉴를 삭제 할 수 있다</a:t>
            </a:r>
            <a:r>
              <a:rPr lang="en-US" altLang="ko-KR" sz="1200" dirty="0"/>
              <a:t>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B576C71-B6C8-400B-B663-60D60E5A603D}"/>
              </a:ext>
            </a:extLst>
          </p:cNvPr>
          <p:cNvSpPr/>
          <p:nvPr/>
        </p:nvSpPr>
        <p:spPr>
          <a:xfrm>
            <a:off x="468035" y="3429000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319CBF4-69F6-4978-AF33-0C6299D16CDA}"/>
              </a:ext>
            </a:extLst>
          </p:cNvPr>
          <p:cNvSpPr/>
          <p:nvPr/>
        </p:nvSpPr>
        <p:spPr>
          <a:xfrm>
            <a:off x="5451671" y="5342650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F788690-91EF-4D96-8957-E2848C9A9D68}"/>
              </a:ext>
            </a:extLst>
          </p:cNvPr>
          <p:cNvSpPr/>
          <p:nvPr/>
        </p:nvSpPr>
        <p:spPr>
          <a:xfrm>
            <a:off x="8573773" y="4066913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1627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984567A-46A5-48BA-A809-08B18D878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06" y="987964"/>
            <a:ext cx="5605138" cy="562569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129B340-7299-4050-B935-5AA315F26734}"/>
              </a:ext>
            </a:extLst>
          </p:cNvPr>
          <p:cNvSpPr/>
          <p:nvPr/>
        </p:nvSpPr>
        <p:spPr>
          <a:xfrm>
            <a:off x="0" y="5989"/>
            <a:ext cx="12192000" cy="391505"/>
          </a:xfrm>
          <a:prstGeom prst="rect">
            <a:avLst/>
          </a:prstGeom>
          <a:solidFill>
            <a:srgbClr val="0C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03855-F8FB-45E7-8F53-21F6E7F3B723}"/>
              </a:ext>
            </a:extLst>
          </p:cNvPr>
          <p:cNvSpPr txBox="1"/>
          <p:nvPr/>
        </p:nvSpPr>
        <p:spPr>
          <a:xfrm>
            <a:off x="242406" y="516042"/>
            <a:ext cx="7240574" cy="471922"/>
          </a:xfrm>
          <a:prstGeom prst="rect">
            <a:avLst/>
          </a:prstGeom>
          <a:noFill/>
        </p:spPr>
        <p:txBody>
          <a:bodyPr wrap="square" lIns="101599" tIns="50799" rIns="101599" bIns="50799" rtlCol="0">
            <a:spAutoFit/>
          </a:bodyPr>
          <a:lstStyle>
            <a:defPPr>
              <a:defRPr lang="ko-KR"/>
            </a:defPPr>
            <a:lvl1pPr>
              <a:defRPr sz="4000" b="1" spc="-333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상세 화면 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가게용 마이페이지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예약현황</a:t>
            </a:r>
            <a:r>
              <a:rPr lang="en-US" altLang="ko-KR" sz="2400" spc="-15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8C7B8-C2BA-4608-BB21-DCE687DC0E73}"/>
              </a:ext>
            </a:extLst>
          </p:cNvPr>
          <p:cNvSpPr txBox="1"/>
          <p:nvPr/>
        </p:nvSpPr>
        <p:spPr>
          <a:xfrm>
            <a:off x="6344458" y="987964"/>
            <a:ext cx="5018953" cy="156966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①</a:t>
            </a:r>
            <a:r>
              <a:rPr lang="en-US" altLang="ko-KR" sz="1200" dirty="0"/>
              <a:t>. </a:t>
            </a:r>
            <a:r>
              <a:rPr lang="ko-KR" altLang="en-US" sz="1200" dirty="0"/>
              <a:t>예약현황 </a:t>
            </a:r>
            <a:r>
              <a:rPr lang="en-US" altLang="ko-KR" sz="1200" dirty="0"/>
              <a:t>: </a:t>
            </a:r>
            <a:r>
              <a:rPr lang="ko-KR" altLang="en-US" sz="1200" dirty="0"/>
              <a:t>가게에 접수 된 예약정보를 달력을 통해서 확인 할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②</a:t>
            </a:r>
            <a:r>
              <a:rPr lang="en-US" altLang="ko-KR" sz="1200" dirty="0"/>
              <a:t>. </a:t>
            </a:r>
            <a:r>
              <a:rPr lang="ko-KR" altLang="en-US" sz="1200" dirty="0"/>
              <a:t>예약건수 </a:t>
            </a:r>
            <a:r>
              <a:rPr lang="en-US" altLang="ko-KR" sz="1200" dirty="0"/>
              <a:t>: </a:t>
            </a:r>
            <a:r>
              <a:rPr lang="ko-KR" altLang="en-US" sz="1200" dirty="0"/>
              <a:t>예약이 있는 날짜에 예약 건수가 출력되고</a:t>
            </a:r>
            <a:r>
              <a:rPr lang="en-US" altLang="ko-KR" sz="1200" dirty="0"/>
              <a:t>, </a:t>
            </a:r>
            <a:r>
              <a:rPr lang="ko-KR" altLang="en-US" sz="1200" dirty="0"/>
              <a:t>클릭하면 </a:t>
            </a:r>
            <a:endParaRPr lang="en-US" altLang="ko-KR" sz="1200" dirty="0"/>
          </a:p>
          <a:p>
            <a:r>
              <a:rPr lang="ko-KR" altLang="en-US" sz="1200" dirty="0"/>
              <a:t>예약 상세정보를 볼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>
                <a:solidFill>
                  <a:srgbClr val="FF0000"/>
                </a:solidFill>
              </a:rPr>
              <a:t>③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예약 수락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거절 버튼 </a:t>
            </a:r>
            <a:r>
              <a:rPr lang="en-US" altLang="ko-KR" sz="1200" dirty="0">
                <a:solidFill>
                  <a:srgbClr val="FF0000"/>
                </a:solidFill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</a:rPr>
              <a:t>접수 된 예약을 </a:t>
            </a:r>
            <a:r>
              <a:rPr lang="en-US" altLang="ko-KR" sz="1200" dirty="0">
                <a:solidFill>
                  <a:srgbClr val="FF0000"/>
                </a:solidFill>
              </a:rPr>
              <a:t>‘</a:t>
            </a:r>
            <a:r>
              <a:rPr lang="ko-KR" altLang="en-US" sz="1200" dirty="0">
                <a:solidFill>
                  <a:srgbClr val="FF0000"/>
                </a:solidFill>
              </a:rPr>
              <a:t>수락</a:t>
            </a:r>
            <a:r>
              <a:rPr lang="en-US" altLang="ko-KR" sz="1200" dirty="0">
                <a:solidFill>
                  <a:srgbClr val="FF0000"/>
                </a:solidFill>
              </a:rPr>
              <a:t>’</a:t>
            </a:r>
            <a:r>
              <a:rPr lang="ko-KR" altLang="en-US" sz="1200" dirty="0">
                <a:solidFill>
                  <a:srgbClr val="FF0000"/>
                </a:solidFill>
              </a:rPr>
              <a:t> 또는 </a:t>
            </a:r>
            <a:r>
              <a:rPr lang="en-US" altLang="ko-KR" sz="1200" dirty="0">
                <a:solidFill>
                  <a:srgbClr val="FF0000"/>
                </a:solidFill>
              </a:rPr>
              <a:t>‘</a:t>
            </a:r>
            <a:r>
              <a:rPr lang="ko-KR" altLang="en-US" sz="1200" dirty="0">
                <a:solidFill>
                  <a:srgbClr val="FF0000"/>
                </a:solidFill>
              </a:rPr>
              <a:t>거절</a:t>
            </a:r>
            <a:r>
              <a:rPr lang="en-US" altLang="ko-KR" sz="1200" dirty="0">
                <a:solidFill>
                  <a:srgbClr val="FF0000"/>
                </a:solidFill>
              </a:rPr>
              <a:t>’</a:t>
            </a:r>
            <a:r>
              <a:rPr lang="ko-KR" altLang="en-US" sz="1200" dirty="0">
                <a:solidFill>
                  <a:srgbClr val="FF0000"/>
                </a:solidFill>
              </a:rPr>
              <a:t> 할 수 있다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예약상태는 </a:t>
            </a:r>
            <a:r>
              <a:rPr lang="ko-KR" altLang="en-US" sz="1200" dirty="0" err="1">
                <a:solidFill>
                  <a:srgbClr val="FF0000"/>
                </a:solidFill>
              </a:rPr>
              <a:t>확인중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확정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취소 로 분류 된다</a:t>
            </a:r>
            <a:r>
              <a:rPr lang="en-US" altLang="ko-KR" sz="1200" dirty="0">
                <a:solidFill>
                  <a:srgbClr val="FF0000"/>
                </a:solidFill>
              </a:rPr>
              <a:t>.)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B576C71-B6C8-400B-B663-60D60E5A603D}"/>
              </a:ext>
            </a:extLst>
          </p:cNvPr>
          <p:cNvSpPr/>
          <p:nvPr/>
        </p:nvSpPr>
        <p:spPr>
          <a:xfrm>
            <a:off x="485689" y="1680461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319CBF4-69F6-4978-AF33-0C6299D16CDA}"/>
              </a:ext>
            </a:extLst>
          </p:cNvPr>
          <p:cNvSpPr/>
          <p:nvPr/>
        </p:nvSpPr>
        <p:spPr>
          <a:xfrm>
            <a:off x="2591025" y="372357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7DFF786-AE95-4557-8BFB-62406EA02C1E}"/>
              </a:ext>
            </a:extLst>
          </p:cNvPr>
          <p:cNvSpPr/>
          <p:nvPr/>
        </p:nvSpPr>
        <p:spPr>
          <a:xfrm>
            <a:off x="5456807" y="5453105"/>
            <a:ext cx="342900" cy="3386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005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1039</Words>
  <Application>Microsoft Office PowerPoint</Application>
  <PresentationFormat>와이드스크린</PresentationFormat>
  <Paragraphs>189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1훈나무그늘 M</vt:lpstr>
      <vt:lpstr>나눔고딕</vt:lpstr>
      <vt:lpstr>맑은 고딕</vt:lpstr>
      <vt:lpstr>Arial</vt:lpstr>
      <vt:lpstr>Office 테마</vt:lpstr>
      <vt:lpstr>식당예약시스템 프로젝트</vt:lpstr>
      <vt:lpstr>역활분담</vt:lpstr>
      <vt:lpstr>개발환경</vt:lpstr>
      <vt:lpstr>프로젝트 상세화면 – 메인홈페이지1</vt:lpstr>
      <vt:lpstr>프로젝트 상세화면 - 로그인</vt:lpstr>
      <vt:lpstr>프로젝트 상세화면 – 회원가입 유형 선택</vt:lpstr>
      <vt:lpstr>프로젝트 상세화면 – 회원가입(손님용)</vt:lpstr>
      <vt:lpstr>프로젝트 상세화면 – 회원가입(가게용)</vt:lpstr>
      <vt:lpstr>프로젝트 상세화면 – 메인홈페이지2 (로그인 후)</vt:lpstr>
      <vt:lpstr>프로젝트 상세화면 – 식당정보화면1</vt:lpstr>
      <vt:lpstr>프로젝트 상세화면 – 식당정보화면2</vt:lpstr>
      <vt:lpstr>프로젝트 상세화면 – 식당예약화면1</vt:lpstr>
      <vt:lpstr>프로젝트 상세화면 – 자주 묻는 질문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식당예약시스템 프로젝트</dc:title>
  <dc:creator>hi_guri</dc:creator>
  <cp:lastModifiedBy>hi_guri</cp:lastModifiedBy>
  <cp:revision>8</cp:revision>
  <dcterms:created xsi:type="dcterms:W3CDTF">2025-01-07T05:10:31Z</dcterms:created>
  <dcterms:modified xsi:type="dcterms:W3CDTF">2025-01-07T07:41:34Z</dcterms:modified>
</cp:coreProperties>
</file>